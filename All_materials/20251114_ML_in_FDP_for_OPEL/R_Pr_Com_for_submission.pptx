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145707318" r:id="rId6"/>
    <p:sldId id="2145707314" r:id="rId7"/>
    <p:sldId id="2145707317" r:id="rId8"/>
    <p:sldId id="2145707319" r:id="rId9"/>
    <p:sldId id="2145707320" r:id="rId10"/>
    <p:sldId id="2145707329" r:id="rId11"/>
    <p:sldId id="2145707321" r:id="rId12"/>
    <p:sldId id="2145707326" r:id="rId13"/>
    <p:sldId id="2145707325" r:id="rId14"/>
    <p:sldId id="2145707327" r:id="rId15"/>
    <p:sldId id="21457074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ADA311-AA9E-ECF2-3740-C50AAE88AF89}" name="QUAN, Kenneth (NHS ENGLAND)" initials="KQ" userId="S::kenneth.quan1@nhs.net::95065793-f978-4ba4-bbf9-569df750104a" providerId="AD"/>
  <p188:author id="{C4DE2B24-6604-8587-8C33-63C12250FF2C}" name="MANANDHAR, Achut (NHS ENGLAND)" initials="AM" userId="S::achut.manandhar@nhs.net::8801b351-1b7b-4b06-b0fc-9af2b85ea786" providerId="AD"/>
  <p188:author id="{22D2B38D-3D07-B5C9-1F7D-8ED7805E2580}" name="STRUTHERS, Jennifer (NHS ENGLAND)" initials="JS" userId="S::jennifer.struthers1@nhs.net::63c4d7bd-b564-49ad-aeb2-2fe74bf0d0dc" providerId="AD"/>
  <p188:author id="{76CB89EE-83E5-375F-9764-9C8AB4056542}" name="CULKIN, Sarah (NHS ENGLAND)" initials="CE" userId="S::s.culkin@nhs.net::d0d9f14d-96a2-494c-a224-0131df9881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BBB2"/>
    <a:srgbClr val="002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B410B-255C-4FD5-86AB-E0166332C366}" v="1" dt="2025-11-17T17:14:10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94" autoAdjust="0"/>
  </p:normalViewPr>
  <p:slideViewPr>
    <p:cSldViewPr snapToGrid="0">
      <p:cViewPr varScale="1">
        <p:scale>
          <a:sx n="73" d="100"/>
          <a:sy n="73" d="100"/>
        </p:scale>
        <p:origin x="72" y="2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PER, Alice (NHS ENGLAND)" userId="S::alice.tapper1@nhs.net::debc9ce3-6534-434a-878e-f814cd71f4a2" providerId="AD" clId="Web-{6794D643-653D-DECA-1120-0BD0B2575583}"/>
    <pc:docChg chg="modSld">
      <pc:chgData name="TAPPER, Alice (NHS ENGLAND)" userId="S::alice.tapper1@nhs.net::debc9ce3-6534-434a-878e-f814cd71f4a2" providerId="AD" clId="Web-{6794D643-653D-DECA-1120-0BD0B2575583}" dt="2025-11-04T07:17:11.999" v="16" actId="1076"/>
      <pc:docMkLst>
        <pc:docMk/>
      </pc:docMkLst>
      <pc:sldChg chg="addSp delSp modSp">
        <pc:chgData name="TAPPER, Alice (NHS ENGLAND)" userId="S::alice.tapper1@nhs.net::debc9ce3-6534-434a-878e-f814cd71f4a2" providerId="AD" clId="Web-{6794D643-653D-DECA-1120-0BD0B2575583}" dt="2025-11-04T07:17:11.999" v="16" actId="1076"/>
        <pc:sldMkLst>
          <pc:docMk/>
          <pc:sldMk cId="1300683393" sldId="2145707326"/>
        </pc:sldMkLst>
        <pc:picChg chg="add mod">
          <ac:chgData name="TAPPER, Alice (NHS ENGLAND)" userId="S::alice.tapper1@nhs.net::debc9ce3-6534-434a-878e-f814cd71f4a2" providerId="AD" clId="Web-{6794D643-653D-DECA-1120-0BD0B2575583}" dt="2025-11-04T07:17:11.999" v="16" actId="1076"/>
          <ac:picMkLst>
            <pc:docMk/>
            <pc:sldMk cId="1300683393" sldId="2145707326"/>
            <ac:picMk id="8" creationId="{5261BC5B-2350-5F18-6B92-A9F14A8E8204}"/>
          </ac:picMkLst>
        </pc:picChg>
      </pc:sldChg>
    </pc:docChg>
  </pc:docChgLst>
  <pc:docChgLst>
    <pc:chgData name="MANANDHAR, Achut (NHS ENGLAND)" userId="8801b351-1b7b-4b06-b0fc-9af2b85ea786" providerId="ADAL" clId="{498B6AAF-D433-4AC7-9BF7-4E999A1102EF}"/>
    <pc:docChg chg="custSel modSld">
      <pc:chgData name="MANANDHAR, Achut (NHS ENGLAND)" userId="8801b351-1b7b-4b06-b0fc-9af2b85ea786" providerId="ADAL" clId="{498B6AAF-D433-4AC7-9BF7-4E999A1102EF}" dt="2025-11-05T14:47:38.557" v="20" actId="5793"/>
      <pc:docMkLst>
        <pc:docMk/>
      </pc:docMkLst>
      <pc:sldChg chg="modNotesTx">
        <pc:chgData name="MANANDHAR, Achut (NHS ENGLAND)" userId="8801b351-1b7b-4b06-b0fc-9af2b85ea786" providerId="ADAL" clId="{498B6AAF-D433-4AC7-9BF7-4E999A1102EF}" dt="2025-11-05T14:47:38.557" v="20" actId="5793"/>
        <pc:sldMkLst>
          <pc:docMk/>
          <pc:sldMk cId="1347666673" sldId="2145707318"/>
        </pc:sldMkLst>
      </pc:sldChg>
    </pc:docChg>
  </pc:docChgLst>
  <pc:docChgLst>
    <pc:chgData name="STRUTHERS, Jennifer (NHS ENGLAND)" userId="63c4d7bd-b564-49ad-aeb2-2fe74bf0d0dc" providerId="ADAL" clId="{88E2A0D0-E273-4A93-99F7-AED215C4609A}"/>
    <pc:docChg chg="modSld">
      <pc:chgData name="STRUTHERS, Jennifer (NHS ENGLAND)" userId="63c4d7bd-b564-49ad-aeb2-2fe74bf0d0dc" providerId="ADAL" clId="{88E2A0D0-E273-4A93-99F7-AED215C4609A}" dt="2025-11-04T14:29:41.763" v="0" actId="20578"/>
      <pc:docMkLst>
        <pc:docMk/>
      </pc:docMkLst>
      <pc:sldChg chg="modSp">
        <pc:chgData name="STRUTHERS, Jennifer (NHS ENGLAND)" userId="63c4d7bd-b564-49ad-aeb2-2fe74bf0d0dc" providerId="ADAL" clId="{88E2A0D0-E273-4A93-99F7-AED215C4609A}" dt="2025-11-04T14:29:41.763" v="0" actId="20578"/>
        <pc:sldMkLst>
          <pc:docMk/>
          <pc:sldMk cId="1218882046" sldId="2145707319"/>
        </pc:sldMkLst>
        <pc:spChg chg="mod">
          <ac:chgData name="STRUTHERS, Jennifer (NHS ENGLAND)" userId="63c4d7bd-b564-49ad-aeb2-2fe74bf0d0dc" providerId="ADAL" clId="{88E2A0D0-E273-4A93-99F7-AED215C4609A}" dt="2025-11-04T14:29:41.763" v="0" actId="20578"/>
          <ac:spMkLst>
            <pc:docMk/>
            <pc:sldMk cId="1218882046" sldId="2145707319"/>
            <ac:spMk id="2" creationId="{3CAA4E76-AB06-761B-8423-FCF3055CC4B3}"/>
          </ac:spMkLst>
        </pc:spChg>
      </pc:sldChg>
    </pc:docChg>
  </pc:docChgLst>
  <pc:docChgLst>
    <pc:chgData name="CULKIN, Sarah (NHS ENGLAND)" userId="S::s.culkin@nhs.net::d0d9f14d-96a2-494c-a224-0131df9881bc" providerId="AD" clId="Web-{56D35249-3EF6-A624-EB34-0987D0F2BDA9}"/>
    <pc:docChg chg="mod">
      <pc:chgData name="CULKIN, Sarah (NHS ENGLAND)" userId="S::s.culkin@nhs.net::d0d9f14d-96a2-494c-a224-0131df9881bc" providerId="AD" clId="Web-{56D35249-3EF6-A624-EB34-0987D0F2BDA9}" dt="2025-11-05T09:25:15.447" v="0"/>
      <pc:docMkLst>
        <pc:docMk/>
      </pc:docMkLst>
    </pc:docChg>
  </pc:docChgLst>
  <pc:docChgLst>
    <pc:chgData name="TAPPER, Alice (NHS ENGLAND)" userId="debc9ce3-6534-434a-878e-f814cd71f4a2" providerId="ADAL" clId="{8D128B4E-CD6A-462A-A4A0-F65C0575B8DE}"/>
    <pc:docChg chg="custSel modSld">
      <pc:chgData name="TAPPER, Alice (NHS ENGLAND)" userId="debc9ce3-6534-434a-878e-f814cd71f4a2" providerId="ADAL" clId="{8D128B4E-CD6A-462A-A4A0-F65C0575B8DE}" dt="2025-11-04T07:37:25.806" v="690" actId="20577"/>
      <pc:docMkLst>
        <pc:docMk/>
      </pc:docMkLst>
      <pc:sldChg chg="addSp modSp mod">
        <pc:chgData name="TAPPER, Alice (NHS ENGLAND)" userId="debc9ce3-6534-434a-878e-f814cd71f4a2" providerId="ADAL" clId="{8D128B4E-CD6A-462A-A4A0-F65C0575B8DE}" dt="2025-11-04T07:37:25.806" v="690" actId="20577"/>
        <pc:sldMkLst>
          <pc:docMk/>
          <pc:sldMk cId="1347666673" sldId="2145707318"/>
        </pc:sldMkLst>
        <pc:spChg chg="mod">
          <ac:chgData name="TAPPER, Alice (NHS ENGLAND)" userId="debc9ce3-6534-434a-878e-f814cd71f4a2" providerId="ADAL" clId="{8D128B4E-CD6A-462A-A4A0-F65C0575B8DE}" dt="2025-11-04T07:37:25.806" v="690" actId="20577"/>
          <ac:spMkLst>
            <pc:docMk/>
            <pc:sldMk cId="1347666673" sldId="2145707318"/>
            <ac:spMk id="6" creationId="{209DC177-241E-FE68-8567-9E36CE30929A}"/>
          </ac:spMkLst>
        </pc:spChg>
      </pc:sldChg>
      <pc:sldChg chg="addSp delSp modSp mod">
        <pc:chgData name="TAPPER, Alice (NHS ENGLAND)" userId="debc9ce3-6534-434a-878e-f814cd71f4a2" providerId="ADAL" clId="{8D128B4E-CD6A-462A-A4A0-F65C0575B8DE}" dt="2025-11-04T07:33:36.959" v="653" actId="1076"/>
        <pc:sldMkLst>
          <pc:docMk/>
          <pc:sldMk cId="1300683393" sldId="2145707326"/>
        </pc:sldMkLst>
        <pc:picChg chg="mod modCrop">
          <ac:chgData name="TAPPER, Alice (NHS ENGLAND)" userId="debc9ce3-6534-434a-878e-f814cd71f4a2" providerId="ADAL" clId="{8D128B4E-CD6A-462A-A4A0-F65C0575B8DE}" dt="2025-11-04T07:33:33.640" v="652" actId="1076"/>
          <ac:picMkLst>
            <pc:docMk/>
            <pc:sldMk cId="1300683393" sldId="2145707326"/>
            <ac:picMk id="8" creationId="{5261BC5B-2350-5F18-6B92-A9F14A8E8204}"/>
          </ac:picMkLst>
        </pc:picChg>
        <pc:picChg chg="add mod modCrop">
          <ac:chgData name="TAPPER, Alice (NHS ENGLAND)" userId="debc9ce3-6534-434a-878e-f814cd71f4a2" providerId="ADAL" clId="{8D128B4E-CD6A-462A-A4A0-F65C0575B8DE}" dt="2025-11-04T07:33:36.959" v="653" actId="1076"/>
          <ac:picMkLst>
            <pc:docMk/>
            <pc:sldMk cId="1300683393" sldId="2145707326"/>
            <ac:picMk id="9" creationId="{6354CEF1-0AC4-2143-7883-1073A3C3FA4E}"/>
          </ac:picMkLst>
        </pc:picChg>
        <pc:picChg chg="add mod">
          <ac:chgData name="TAPPER, Alice (NHS ENGLAND)" userId="debc9ce3-6534-434a-878e-f814cd71f4a2" providerId="ADAL" clId="{8D128B4E-CD6A-462A-A4A0-F65C0575B8DE}" dt="2025-11-04T07:33:21.988" v="649" actId="1076"/>
          <ac:picMkLst>
            <pc:docMk/>
            <pc:sldMk cId="1300683393" sldId="2145707326"/>
            <ac:picMk id="11" creationId="{1E87F4DB-D551-A0EB-0070-DEB4836B060F}"/>
          </ac:picMkLst>
        </pc:picChg>
      </pc:sldChg>
    </pc:docChg>
  </pc:docChgLst>
  <pc:docChgLst>
    <pc:chgData name="QUAN, Kenneth (NHS ENGLAND)" userId="95065793-f978-4ba4-bbf9-569df750104a" providerId="ADAL" clId="{065F1351-36F9-48D8-BE8E-FBCB121BCDBE}"/>
    <pc:docChg chg="undo custSel addSld delSld modSld sldOrd">
      <pc:chgData name="QUAN, Kenneth (NHS ENGLAND)" userId="95065793-f978-4ba4-bbf9-569df750104a" providerId="ADAL" clId="{065F1351-36F9-48D8-BE8E-FBCB121BCDBE}" dt="2025-11-17T17:14:10.445" v="6805" actId="478"/>
      <pc:docMkLst>
        <pc:docMk/>
      </pc:docMkLst>
      <pc:sldChg chg="modSp mod">
        <pc:chgData name="QUAN, Kenneth (NHS ENGLAND)" userId="95065793-f978-4ba4-bbf9-569df750104a" providerId="ADAL" clId="{065F1351-36F9-48D8-BE8E-FBCB121BCDBE}" dt="2025-10-31T16:12:50.054" v="127" actId="20577"/>
        <pc:sldMkLst>
          <pc:docMk/>
          <pc:sldMk cId="109857222" sldId="257"/>
        </pc:sldMkLst>
        <pc:spChg chg="mod">
          <ac:chgData name="QUAN, Kenneth (NHS ENGLAND)" userId="95065793-f978-4ba4-bbf9-569df750104a" providerId="ADAL" clId="{065F1351-36F9-48D8-BE8E-FBCB121BCDBE}" dt="2025-10-31T16:08:25.221" v="24" actId="1036"/>
          <ac:spMkLst>
            <pc:docMk/>
            <pc:sldMk cId="109857222" sldId="257"/>
            <ac:spMk id="2" creationId="{00000000-0000-0000-0000-000000000000}"/>
          </ac:spMkLst>
        </pc:spChg>
        <pc:spChg chg="mod">
          <ac:chgData name="QUAN, Kenneth (NHS ENGLAND)" userId="95065793-f978-4ba4-bbf9-569df750104a" providerId="ADAL" clId="{065F1351-36F9-48D8-BE8E-FBCB121BCDBE}" dt="2025-10-31T16:12:50.054" v="127" actId="20577"/>
          <ac:spMkLst>
            <pc:docMk/>
            <pc:sldMk cId="109857222" sldId="257"/>
            <ac:spMk id="3" creationId="{00000000-0000-0000-0000-000000000000}"/>
          </ac:spMkLst>
        </pc:spChg>
      </pc:sldChg>
      <pc:sldChg chg="addSp delSp modSp mod modNotesTx">
        <pc:chgData name="QUAN, Kenneth (NHS ENGLAND)" userId="95065793-f978-4ba4-bbf9-569df750104a" providerId="ADAL" clId="{065F1351-36F9-48D8-BE8E-FBCB121BCDBE}" dt="2025-11-17T17:07:22.440" v="6804" actId="313"/>
        <pc:sldMkLst>
          <pc:docMk/>
          <pc:sldMk cId="2362041665" sldId="2145707314"/>
        </pc:sldMkLst>
        <pc:spChg chg="mod">
          <ac:chgData name="QUAN, Kenneth (NHS ENGLAND)" userId="95065793-f978-4ba4-bbf9-569df750104a" providerId="ADAL" clId="{065F1351-36F9-48D8-BE8E-FBCB121BCDBE}" dt="2025-10-31T16:37:43.245" v="411" actId="20577"/>
          <ac:spMkLst>
            <pc:docMk/>
            <pc:sldMk cId="2362041665" sldId="2145707314"/>
            <ac:spMk id="2" creationId="{70AAE7A1-4DB5-7043-BB98-A16B00D69346}"/>
          </ac:spMkLst>
        </pc:spChg>
        <pc:spChg chg="mod">
          <ac:chgData name="QUAN, Kenneth (NHS ENGLAND)" userId="95065793-f978-4ba4-bbf9-569df750104a" providerId="ADAL" clId="{065F1351-36F9-48D8-BE8E-FBCB121BCDBE}" dt="2025-11-17T17:07:22.440" v="6804" actId="313"/>
          <ac:spMkLst>
            <pc:docMk/>
            <pc:sldMk cId="2362041665" sldId="2145707314"/>
            <ac:spMk id="6" creationId="{F8E32EEE-7D04-B408-43B9-E7833E80A3D8}"/>
          </ac:spMkLst>
        </pc:spChg>
      </pc:sldChg>
      <pc:sldChg chg="modSp add mod ord modNotesTx">
        <pc:chgData name="QUAN, Kenneth (NHS ENGLAND)" userId="95065793-f978-4ba4-bbf9-569df750104a" providerId="ADAL" clId="{065F1351-36F9-48D8-BE8E-FBCB121BCDBE}" dt="2025-11-04T15:56:17.479" v="6331" actId="20577"/>
        <pc:sldMkLst>
          <pc:docMk/>
          <pc:sldMk cId="2666927003" sldId="2145707317"/>
        </pc:sldMkLst>
        <pc:spChg chg="mod">
          <ac:chgData name="QUAN, Kenneth (NHS ENGLAND)" userId="95065793-f978-4ba4-bbf9-569df750104a" providerId="ADAL" clId="{065F1351-36F9-48D8-BE8E-FBCB121BCDBE}" dt="2025-10-31T16:37:23.599" v="399" actId="20577"/>
          <ac:spMkLst>
            <pc:docMk/>
            <pc:sldMk cId="2666927003" sldId="2145707317"/>
            <ac:spMk id="2" creationId="{4B247137-5DED-10AD-1129-D356AFF425EC}"/>
          </ac:spMkLst>
        </pc:spChg>
        <pc:spChg chg="mod">
          <ac:chgData name="QUAN, Kenneth (NHS ENGLAND)" userId="95065793-f978-4ba4-bbf9-569df750104a" providerId="ADAL" clId="{065F1351-36F9-48D8-BE8E-FBCB121BCDBE}" dt="2025-11-04T15:56:17.479" v="6331" actId="20577"/>
          <ac:spMkLst>
            <pc:docMk/>
            <pc:sldMk cId="2666927003" sldId="2145707317"/>
            <ac:spMk id="6" creationId="{760E715F-27DA-C197-26CB-3D843A6B269E}"/>
          </ac:spMkLst>
        </pc:spChg>
      </pc:sldChg>
      <pc:sldChg chg="addSp delSp modSp add mod ord modNotesTx">
        <pc:chgData name="QUAN, Kenneth (NHS ENGLAND)" userId="95065793-f978-4ba4-bbf9-569df750104a" providerId="ADAL" clId="{065F1351-36F9-48D8-BE8E-FBCB121BCDBE}" dt="2025-11-05T14:47:27.002" v="6794" actId="20577"/>
        <pc:sldMkLst>
          <pc:docMk/>
          <pc:sldMk cId="1347666673" sldId="2145707318"/>
        </pc:sldMkLst>
        <pc:spChg chg="mod">
          <ac:chgData name="QUAN, Kenneth (NHS ENGLAND)" userId="95065793-f978-4ba4-bbf9-569df750104a" providerId="ADAL" clId="{065F1351-36F9-48D8-BE8E-FBCB121BCDBE}" dt="2025-10-31T16:44:11.010" v="431" actId="14100"/>
          <ac:spMkLst>
            <pc:docMk/>
            <pc:sldMk cId="1347666673" sldId="2145707318"/>
            <ac:spMk id="2" creationId="{5305142E-AA74-3C6A-D7A3-B7DA5113E660}"/>
          </ac:spMkLst>
        </pc:spChg>
        <pc:spChg chg="add mod">
          <ac:chgData name="QUAN, Kenneth (NHS ENGLAND)" userId="95065793-f978-4ba4-bbf9-569df750104a" providerId="ADAL" clId="{065F1351-36F9-48D8-BE8E-FBCB121BCDBE}" dt="2025-11-04T10:20:43.352" v="5048" actId="20577"/>
          <ac:spMkLst>
            <pc:docMk/>
            <pc:sldMk cId="1347666673" sldId="2145707318"/>
            <ac:spMk id="3" creationId="{37BDF52F-F131-13F1-071C-127936D0B5C0}"/>
          </ac:spMkLst>
        </pc:spChg>
        <pc:spChg chg="mod">
          <ac:chgData name="QUAN, Kenneth (NHS ENGLAND)" userId="95065793-f978-4ba4-bbf9-569df750104a" providerId="ADAL" clId="{065F1351-36F9-48D8-BE8E-FBCB121BCDBE}" dt="2025-11-05T14:47:03.529" v="6793" actId="20577"/>
          <ac:spMkLst>
            <pc:docMk/>
            <pc:sldMk cId="1347666673" sldId="2145707318"/>
            <ac:spMk id="6" creationId="{209DC177-241E-FE68-8567-9E36CE30929A}"/>
          </ac:spMkLst>
        </pc:spChg>
        <pc:picChg chg="add mod">
          <ac:chgData name="QUAN, Kenneth (NHS ENGLAND)" userId="95065793-f978-4ba4-bbf9-569df750104a" providerId="ADAL" clId="{065F1351-36F9-48D8-BE8E-FBCB121BCDBE}" dt="2025-11-04T10:19:39.682" v="4933" actId="1076"/>
          <ac:picMkLst>
            <pc:docMk/>
            <pc:sldMk cId="1347666673" sldId="2145707318"/>
            <ac:picMk id="4" creationId="{7A57970D-763C-2C61-0A60-4B3BDE068861}"/>
          </ac:picMkLst>
        </pc:picChg>
      </pc:sldChg>
      <pc:sldChg chg="addSp modSp add mod modCm modNotesTx">
        <pc:chgData name="QUAN, Kenneth (NHS ENGLAND)" userId="95065793-f978-4ba4-bbf9-569df750104a" providerId="ADAL" clId="{065F1351-36F9-48D8-BE8E-FBCB121BCDBE}" dt="2025-11-05T16:53:20.186" v="6803" actId="20577"/>
        <pc:sldMkLst>
          <pc:docMk/>
          <pc:sldMk cId="1218882046" sldId="2145707319"/>
        </pc:sldMkLst>
        <pc:spChg chg="mod">
          <ac:chgData name="QUAN, Kenneth (NHS ENGLAND)" userId="95065793-f978-4ba4-bbf9-569df750104a" providerId="ADAL" clId="{065F1351-36F9-48D8-BE8E-FBCB121BCDBE}" dt="2025-11-04T15:57:17.030" v="6333"/>
          <ac:spMkLst>
            <pc:docMk/>
            <pc:sldMk cId="1218882046" sldId="2145707319"/>
            <ac:spMk id="2" creationId="{3CAA4E76-AB06-761B-8423-FCF3055CC4B3}"/>
          </ac:spMkLst>
        </pc:spChg>
        <pc:spChg chg="add mod">
          <ac:chgData name="QUAN, Kenneth (NHS ENGLAND)" userId="95065793-f978-4ba4-bbf9-569df750104a" providerId="ADAL" clId="{065F1351-36F9-48D8-BE8E-FBCB121BCDBE}" dt="2025-11-05T10:44:45.075" v="6660" actId="313"/>
          <ac:spMkLst>
            <pc:docMk/>
            <pc:sldMk cId="1218882046" sldId="2145707319"/>
            <ac:spMk id="3" creationId="{850D680E-CC4C-937F-E14E-A8E2F76B02E7}"/>
          </ac:spMkLst>
        </pc:spChg>
        <pc:spChg chg="mod">
          <ac:chgData name="QUAN, Kenneth (NHS ENGLAND)" userId="95065793-f978-4ba4-bbf9-569df750104a" providerId="ADAL" clId="{065F1351-36F9-48D8-BE8E-FBCB121BCDBE}" dt="2025-11-05T12:23:38.671" v="6675" actId="20577"/>
          <ac:spMkLst>
            <pc:docMk/>
            <pc:sldMk cId="1218882046" sldId="2145707319"/>
            <ac:spMk id="6" creationId="{46DD62F7-C82E-32FC-8E1C-E944C1C219B4}"/>
          </ac:spMkLst>
        </pc:spChg>
        <pc:picChg chg="add mod">
          <ac:chgData name="QUAN, Kenneth (NHS ENGLAND)" userId="95065793-f978-4ba4-bbf9-569df750104a" providerId="ADAL" clId="{065F1351-36F9-48D8-BE8E-FBCB121BCDBE}" dt="2025-11-05T10:44:42.169" v="6659" actId="1036"/>
          <ac:picMkLst>
            <pc:docMk/>
            <pc:sldMk cId="1218882046" sldId="2145707319"/>
            <ac:picMk id="1026" creationId="{C3F05630-422E-A83A-A281-7016816B96D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QUAN, Kenneth (NHS ENGLAND)" userId="95065793-f978-4ba4-bbf9-569df750104a" providerId="ADAL" clId="{065F1351-36F9-48D8-BE8E-FBCB121BCDBE}" dt="2025-11-04T15:57:17.030" v="6333"/>
              <pc2:cmMkLst xmlns:pc2="http://schemas.microsoft.com/office/powerpoint/2019/9/main/command">
                <pc:docMk/>
                <pc:sldMk cId="1218882046" sldId="2145707319"/>
                <pc2:cmMk id="{1B660B42-966F-4B22-9CAD-7E598EFF492F}"/>
              </pc2:cmMkLst>
            </pc226:cmChg>
          </p:ext>
        </pc:extLst>
      </pc:sldChg>
      <pc:sldChg chg="addSp modSp add mod modNotesTx">
        <pc:chgData name="QUAN, Kenneth (NHS ENGLAND)" userId="95065793-f978-4ba4-bbf9-569df750104a" providerId="ADAL" clId="{065F1351-36F9-48D8-BE8E-FBCB121BCDBE}" dt="2025-11-05T16:53:16.757" v="6802" actId="20577"/>
        <pc:sldMkLst>
          <pc:docMk/>
          <pc:sldMk cId="1496801148" sldId="2145707320"/>
        </pc:sldMkLst>
        <pc:spChg chg="mod">
          <ac:chgData name="QUAN, Kenneth (NHS ENGLAND)" userId="95065793-f978-4ba4-bbf9-569df750104a" providerId="ADAL" clId="{065F1351-36F9-48D8-BE8E-FBCB121BCDBE}" dt="2025-11-03T11:14:03.818" v="3362" actId="20577"/>
          <ac:spMkLst>
            <pc:docMk/>
            <pc:sldMk cId="1496801148" sldId="2145707320"/>
            <ac:spMk id="2" creationId="{8E5D355E-09F5-930B-3B0A-DA8C57D75085}"/>
          </ac:spMkLst>
        </pc:spChg>
        <pc:spChg chg="mod">
          <ac:chgData name="QUAN, Kenneth (NHS ENGLAND)" userId="95065793-f978-4ba4-bbf9-569df750104a" providerId="ADAL" clId="{065F1351-36F9-48D8-BE8E-FBCB121BCDBE}" dt="2025-11-05T10:26:09.332" v="6583" actId="20577"/>
          <ac:spMkLst>
            <pc:docMk/>
            <pc:sldMk cId="1496801148" sldId="2145707320"/>
            <ac:spMk id="6" creationId="{B89D4128-6DFD-42B6-FAEE-307DBB22703B}"/>
          </ac:spMkLst>
        </pc:spChg>
        <pc:picChg chg="add mod">
          <ac:chgData name="QUAN, Kenneth (NHS ENGLAND)" userId="95065793-f978-4ba4-bbf9-569df750104a" providerId="ADAL" clId="{065F1351-36F9-48D8-BE8E-FBCB121BCDBE}" dt="2025-11-03T09:38:26.675" v="2609" actId="1076"/>
          <ac:picMkLst>
            <pc:docMk/>
            <pc:sldMk cId="1496801148" sldId="2145707320"/>
            <ac:picMk id="4" creationId="{17D5AC1F-4460-E91A-E32A-11F0436F3A27}"/>
          </ac:picMkLst>
        </pc:picChg>
      </pc:sldChg>
      <pc:sldChg chg="addSp modSp add mod modNotesTx">
        <pc:chgData name="QUAN, Kenneth (NHS ENGLAND)" userId="95065793-f978-4ba4-bbf9-569df750104a" providerId="ADAL" clId="{065F1351-36F9-48D8-BE8E-FBCB121BCDBE}" dt="2025-11-05T16:53:09.061" v="6800" actId="20577"/>
        <pc:sldMkLst>
          <pc:docMk/>
          <pc:sldMk cId="971138735" sldId="2145707321"/>
        </pc:sldMkLst>
        <pc:spChg chg="mod">
          <ac:chgData name="QUAN, Kenneth (NHS ENGLAND)" userId="95065793-f978-4ba4-bbf9-569df750104a" providerId="ADAL" clId="{065F1351-36F9-48D8-BE8E-FBCB121BCDBE}" dt="2025-10-31T16:45:23.092" v="445" actId="20577"/>
          <ac:spMkLst>
            <pc:docMk/>
            <pc:sldMk cId="971138735" sldId="2145707321"/>
            <ac:spMk id="2" creationId="{95D5AE1D-01D2-5EBB-3622-2B601088CDFC}"/>
          </ac:spMkLst>
        </pc:spChg>
        <pc:spChg chg="add mod">
          <ac:chgData name="QUAN, Kenneth (NHS ENGLAND)" userId="95065793-f978-4ba4-bbf9-569df750104a" providerId="ADAL" clId="{065F1351-36F9-48D8-BE8E-FBCB121BCDBE}" dt="2025-11-03T15:54:35.440" v="4550" actId="1076"/>
          <ac:spMkLst>
            <pc:docMk/>
            <pc:sldMk cId="971138735" sldId="2145707321"/>
            <ac:spMk id="3" creationId="{DA6D9AA4-0A73-9EE6-E240-7DB753FDF38E}"/>
          </ac:spMkLst>
        </pc:spChg>
        <pc:spChg chg="mod">
          <ac:chgData name="QUAN, Kenneth (NHS ENGLAND)" userId="95065793-f978-4ba4-bbf9-569df750104a" providerId="ADAL" clId="{065F1351-36F9-48D8-BE8E-FBCB121BCDBE}" dt="2025-11-03T11:46:42.110" v="3746" actId="20577"/>
          <ac:spMkLst>
            <pc:docMk/>
            <pc:sldMk cId="971138735" sldId="2145707321"/>
            <ac:spMk id="6" creationId="{845F67C7-42F9-9260-397D-C66B13F23250}"/>
          </ac:spMkLst>
        </pc:spChg>
        <pc:picChg chg="add mod modCrop">
          <ac:chgData name="QUAN, Kenneth (NHS ENGLAND)" userId="95065793-f978-4ba4-bbf9-569df750104a" providerId="ADAL" clId="{065F1351-36F9-48D8-BE8E-FBCB121BCDBE}" dt="2025-11-03T11:30:56.928" v="3421" actId="1076"/>
          <ac:picMkLst>
            <pc:docMk/>
            <pc:sldMk cId="971138735" sldId="2145707321"/>
            <ac:picMk id="4" creationId="{A6DE4A26-FD6F-96AC-0673-10D0D685F2BD}"/>
          </ac:picMkLst>
        </pc:picChg>
      </pc:sldChg>
      <pc:sldChg chg="addSp delSp modSp add del mod ord">
        <pc:chgData name="QUAN, Kenneth (NHS ENGLAND)" userId="95065793-f978-4ba4-bbf9-569df750104a" providerId="ADAL" clId="{065F1351-36F9-48D8-BE8E-FBCB121BCDBE}" dt="2025-11-05T16:47:27.915" v="6796" actId="47"/>
        <pc:sldMkLst>
          <pc:docMk/>
          <pc:sldMk cId="2977916963" sldId="2145707323"/>
        </pc:sldMkLst>
      </pc:sldChg>
      <pc:sldChg chg="modSp add del mod ord">
        <pc:chgData name="QUAN, Kenneth (NHS ENGLAND)" userId="95065793-f978-4ba4-bbf9-569df750104a" providerId="ADAL" clId="{065F1351-36F9-48D8-BE8E-FBCB121BCDBE}" dt="2025-11-03T11:47:51.890" v="3747" actId="47"/>
        <pc:sldMkLst>
          <pc:docMk/>
          <pc:sldMk cId="514071891" sldId="2145707324"/>
        </pc:sldMkLst>
      </pc:sldChg>
      <pc:sldChg chg="modSp add mod ord modCm modNotesTx">
        <pc:chgData name="QUAN, Kenneth (NHS ENGLAND)" userId="95065793-f978-4ba4-bbf9-569df750104a" providerId="ADAL" clId="{065F1351-36F9-48D8-BE8E-FBCB121BCDBE}" dt="2025-11-05T16:52:52.166" v="6797" actId="20577"/>
        <pc:sldMkLst>
          <pc:docMk/>
          <pc:sldMk cId="2129951956" sldId="2145707325"/>
        </pc:sldMkLst>
        <pc:spChg chg="mod">
          <ac:chgData name="QUAN, Kenneth (NHS ENGLAND)" userId="95065793-f978-4ba4-bbf9-569df750104a" providerId="ADAL" clId="{065F1351-36F9-48D8-BE8E-FBCB121BCDBE}" dt="2025-10-31T17:25:03.325" v="620" actId="20577"/>
          <ac:spMkLst>
            <pc:docMk/>
            <pc:sldMk cId="2129951956" sldId="2145707325"/>
            <ac:spMk id="2" creationId="{98DD04F4-FBA6-BBC2-876B-2E0E18E80254}"/>
          </ac:spMkLst>
        </pc:spChg>
        <pc:spChg chg="mod">
          <ac:chgData name="QUAN, Kenneth (NHS ENGLAND)" userId="95065793-f978-4ba4-bbf9-569df750104a" providerId="ADAL" clId="{065F1351-36F9-48D8-BE8E-FBCB121BCDBE}" dt="2025-11-05T13:50:14.543" v="6771" actId="20577"/>
          <ac:spMkLst>
            <pc:docMk/>
            <pc:sldMk cId="2129951956" sldId="2145707325"/>
            <ac:spMk id="6" creationId="{08849BF9-5F8B-954C-DA90-75FC937648F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QUAN, Kenneth (NHS ENGLAND)" userId="95065793-f978-4ba4-bbf9-569df750104a" providerId="ADAL" clId="{065F1351-36F9-48D8-BE8E-FBCB121BCDBE}" dt="2025-11-05T13:50:14.543" v="6771" actId="20577"/>
              <pc2:cmMkLst xmlns:pc2="http://schemas.microsoft.com/office/powerpoint/2019/9/main/command">
                <pc:docMk/>
                <pc:sldMk cId="2129951956" sldId="2145707325"/>
                <pc2:cmMk id="{C2092A06-524D-4D50-B0EE-AF0198ED2ADB}"/>
              </pc2:cmMkLst>
            </pc226:cmChg>
          </p:ext>
        </pc:extLst>
      </pc:sldChg>
      <pc:sldChg chg="addSp delSp modSp add mod ord modNotesTx">
        <pc:chgData name="QUAN, Kenneth (NHS ENGLAND)" userId="95065793-f978-4ba4-bbf9-569df750104a" providerId="ADAL" clId="{065F1351-36F9-48D8-BE8E-FBCB121BCDBE}" dt="2025-11-05T16:53:05.914" v="6799" actId="20577"/>
        <pc:sldMkLst>
          <pc:docMk/>
          <pc:sldMk cId="1300683393" sldId="2145707326"/>
        </pc:sldMkLst>
        <pc:spChg chg="mod">
          <ac:chgData name="QUAN, Kenneth (NHS ENGLAND)" userId="95065793-f978-4ba4-bbf9-569df750104a" providerId="ADAL" clId="{065F1351-36F9-48D8-BE8E-FBCB121BCDBE}" dt="2025-10-31T17:33:02.068" v="659" actId="20577"/>
          <ac:spMkLst>
            <pc:docMk/>
            <pc:sldMk cId="1300683393" sldId="2145707326"/>
            <ac:spMk id="2" creationId="{540E22C7-B444-9440-0B55-D3F3D9A92060}"/>
          </ac:spMkLst>
        </pc:spChg>
        <pc:spChg chg="add mod">
          <ac:chgData name="QUAN, Kenneth (NHS ENGLAND)" userId="95065793-f978-4ba4-bbf9-569df750104a" providerId="ADAL" clId="{065F1351-36F9-48D8-BE8E-FBCB121BCDBE}" dt="2025-11-05T10:37:23.410" v="6596" actId="1076"/>
          <ac:spMkLst>
            <pc:docMk/>
            <pc:sldMk cId="1300683393" sldId="2145707326"/>
            <ac:spMk id="3" creationId="{953BD5ED-A3F3-65B3-4510-CAB963710FC3}"/>
          </ac:spMkLst>
        </pc:spChg>
        <pc:picChg chg="mod">
          <ac:chgData name="QUAN, Kenneth (NHS ENGLAND)" userId="95065793-f978-4ba4-bbf9-569df750104a" providerId="ADAL" clId="{065F1351-36F9-48D8-BE8E-FBCB121BCDBE}" dt="2025-11-04T09:46:20.920" v="4787" actId="1076"/>
          <ac:picMkLst>
            <pc:docMk/>
            <pc:sldMk cId="1300683393" sldId="2145707326"/>
            <ac:picMk id="8" creationId="{5261BC5B-2350-5F18-6B92-A9F14A8E8204}"/>
          </ac:picMkLst>
        </pc:picChg>
        <pc:picChg chg="mod">
          <ac:chgData name="QUAN, Kenneth (NHS ENGLAND)" userId="95065793-f978-4ba4-bbf9-569df750104a" providerId="ADAL" clId="{065F1351-36F9-48D8-BE8E-FBCB121BCDBE}" dt="2025-11-04T09:46:20.920" v="4787" actId="1076"/>
          <ac:picMkLst>
            <pc:docMk/>
            <pc:sldMk cId="1300683393" sldId="2145707326"/>
            <ac:picMk id="9" creationId="{6354CEF1-0AC4-2143-7883-1073A3C3FA4E}"/>
          </ac:picMkLst>
        </pc:picChg>
        <pc:picChg chg="mod">
          <ac:chgData name="QUAN, Kenneth (NHS ENGLAND)" userId="95065793-f978-4ba4-bbf9-569df750104a" providerId="ADAL" clId="{065F1351-36F9-48D8-BE8E-FBCB121BCDBE}" dt="2025-11-04T10:54:58.255" v="5571" actId="1076"/>
          <ac:picMkLst>
            <pc:docMk/>
            <pc:sldMk cId="1300683393" sldId="2145707326"/>
            <ac:picMk id="11" creationId="{1E87F4DB-D551-A0EB-0070-DEB4836B060F}"/>
          </ac:picMkLst>
        </pc:picChg>
      </pc:sldChg>
      <pc:sldChg chg="modSp add mod ord modNotesTx">
        <pc:chgData name="QUAN, Kenneth (NHS ENGLAND)" userId="95065793-f978-4ba4-bbf9-569df750104a" providerId="ADAL" clId="{065F1351-36F9-48D8-BE8E-FBCB121BCDBE}" dt="2025-11-05T16:52:56.728" v="6798" actId="20577"/>
        <pc:sldMkLst>
          <pc:docMk/>
          <pc:sldMk cId="3709313297" sldId="2145707327"/>
        </pc:sldMkLst>
        <pc:spChg chg="mod">
          <ac:chgData name="QUAN, Kenneth (NHS ENGLAND)" userId="95065793-f978-4ba4-bbf9-569df750104a" providerId="ADAL" clId="{065F1351-36F9-48D8-BE8E-FBCB121BCDBE}" dt="2025-10-31T17:33:31.519" v="683" actId="20577"/>
          <ac:spMkLst>
            <pc:docMk/>
            <pc:sldMk cId="3709313297" sldId="2145707327"/>
            <ac:spMk id="2" creationId="{3A022831-2A06-B9E7-9EC0-F84E454C0192}"/>
          </ac:spMkLst>
        </pc:spChg>
        <pc:spChg chg="mod">
          <ac:chgData name="QUAN, Kenneth (NHS ENGLAND)" userId="95065793-f978-4ba4-bbf9-569df750104a" providerId="ADAL" clId="{065F1351-36F9-48D8-BE8E-FBCB121BCDBE}" dt="2025-11-05T12:59:40.066" v="6733" actId="20577"/>
          <ac:spMkLst>
            <pc:docMk/>
            <pc:sldMk cId="3709313297" sldId="2145707327"/>
            <ac:spMk id="6" creationId="{41E0099E-7D84-80B3-4B68-2A507D567C91}"/>
          </ac:spMkLst>
        </pc:spChg>
      </pc:sldChg>
      <pc:sldChg chg="addSp modSp add del mod">
        <pc:chgData name="QUAN, Kenneth (NHS ENGLAND)" userId="95065793-f978-4ba4-bbf9-569df750104a" providerId="ADAL" clId="{065F1351-36F9-48D8-BE8E-FBCB121BCDBE}" dt="2025-11-05T16:47:27.915" v="6796" actId="47"/>
        <pc:sldMkLst>
          <pc:docMk/>
          <pc:sldMk cId="2226313401" sldId="2145707328"/>
        </pc:sldMkLst>
      </pc:sldChg>
      <pc:sldChg chg="addSp delSp modSp add mod modNotesTx">
        <pc:chgData name="QUAN, Kenneth (NHS ENGLAND)" userId="95065793-f978-4ba4-bbf9-569df750104a" providerId="ADAL" clId="{065F1351-36F9-48D8-BE8E-FBCB121BCDBE}" dt="2025-11-05T16:53:12.325" v="6801" actId="20577"/>
        <pc:sldMkLst>
          <pc:docMk/>
          <pc:sldMk cId="790201804" sldId="2145707329"/>
        </pc:sldMkLst>
        <pc:spChg chg="mod">
          <ac:chgData name="QUAN, Kenneth (NHS ENGLAND)" userId="95065793-f978-4ba4-bbf9-569df750104a" providerId="ADAL" clId="{065F1351-36F9-48D8-BE8E-FBCB121BCDBE}" dt="2025-11-04T12:41:10.553" v="6329" actId="1038"/>
          <ac:spMkLst>
            <pc:docMk/>
            <pc:sldMk cId="790201804" sldId="2145707329"/>
            <ac:spMk id="25" creationId="{472C8952-A5FA-6F5E-98C0-F9EB44F04129}"/>
          </ac:spMkLst>
        </pc:spChg>
        <pc:picChg chg="mod">
          <ac:chgData name="QUAN, Kenneth (NHS ENGLAND)" userId="95065793-f978-4ba4-bbf9-569df750104a" providerId="ADAL" clId="{065F1351-36F9-48D8-BE8E-FBCB121BCDBE}" dt="2025-11-03T16:31:45.032" v="4588" actId="1076"/>
          <ac:picMkLst>
            <pc:docMk/>
            <pc:sldMk cId="790201804" sldId="2145707329"/>
            <ac:picMk id="3" creationId="{C266DD79-7ABC-134F-C290-28AB742936D4}"/>
          </ac:picMkLst>
        </pc:picChg>
        <pc:picChg chg="mod">
          <ac:chgData name="QUAN, Kenneth (NHS ENGLAND)" userId="95065793-f978-4ba4-bbf9-569df750104a" providerId="ADAL" clId="{065F1351-36F9-48D8-BE8E-FBCB121BCDBE}" dt="2025-11-03T16:40:13.704" v="4650" actId="208"/>
          <ac:picMkLst>
            <pc:docMk/>
            <pc:sldMk cId="790201804" sldId="2145707329"/>
            <ac:picMk id="8" creationId="{8B7CA6E4-6086-8E3F-BBFB-72D0E27812DD}"/>
          </ac:picMkLst>
        </pc:picChg>
        <pc:picChg chg="mod">
          <ac:chgData name="QUAN, Kenneth (NHS ENGLAND)" userId="95065793-f978-4ba4-bbf9-569df750104a" providerId="ADAL" clId="{065F1351-36F9-48D8-BE8E-FBCB121BCDBE}" dt="2025-11-03T16:40:11.415" v="4649" actId="208"/>
          <ac:picMkLst>
            <pc:docMk/>
            <pc:sldMk cId="790201804" sldId="2145707329"/>
            <ac:picMk id="13" creationId="{2146FA27-FB35-E8A6-0AC4-1B357D5D0040}"/>
          </ac:picMkLst>
        </pc:picChg>
        <pc:picChg chg="mod">
          <ac:chgData name="QUAN, Kenneth (NHS ENGLAND)" userId="95065793-f978-4ba4-bbf9-569df750104a" providerId="ADAL" clId="{065F1351-36F9-48D8-BE8E-FBCB121BCDBE}" dt="2025-11-03T16:40:21.142" v="4651" actId="1076"/>
          <ac:picMkLst>
            <pc:docMk/>
            <pc:sldMk cId="790201804" sldId="2145707329"/>
            <ac:picMk id="18" creationId="{5D23C1EA-136A-D837-8FE8-FDB64B828863}"/>
          </ac:picMkLst>
        </pc:picChg>
        <pc:picChg chg="mod modCrop">
          <ac:chgData name="QUAN, Kenneth (NHS ENGLAND)" userId="95065793-f978-4ba4-bbf9-569df750104a" providerId="ADAL" clId="{065F1351-36F9-48D8-BE8E-FBCB121BCDBE}" dt="2025-11-04T12:41:10.553" v="6329" actId="1038"/>
          <ac:picMkLst>
            <pc:docMk/>
            <pc:sldMk cId="790201804" sldId="2145707329"/>
            <ac:picMk id="27" creationId="{4AAC09AE-D2F9-BED4-8ED9-67870802C016}"/>
          </ac:picMkLst>
        </pc:picChg>
        <pc:cxnChg chg="add mod">
          <ac:chgData name="QUAN, Kenneth (NHS ENGLAND)" userId="95065793-f978-4ba4-bbf9-569df750104a" providerId="ADAL" clId="{065F1351-36F9-48D8-BE8E-FBCB121BCDBE}" dt="2025-11-03T16:40:29.175" v="4653" actId="14100"/>
          <ac:cxnSpMkLst>
            <pc:docMk/>
            <pc:sldMk cId="790201804" sldId="2145707329"/>
            <ac:cxnSpMk id="7" creationId="{5FF50F1C-FD8B-01E2-04CB-56B662CC9379}"/>
          </ac:cxnSpMkLst>
        </pc:cxnChg>
        <pc:cxnChg chg="add mod">
          <ac:chgData name="QUAN, Kenneth (NHS ENGLAND)" userId="95065793-f978-4ba4-bbf9-569df750104a" providerId="ADAL" clId="{065F1351-36F9-48D8-BE8E-FBCB121BCDBE}" dt="2025-11-03T16:34:51.215" v="4606" actId="14100"/>
          <ac:cxnSpMkLst>
            <pc:docMk/>
            <pc:sldMk cId="790201804" sldId="2145707329"/>
            <ac:cxnSpMk id="12" creationId="{CF4B2251-060F-CA3A-1C98-A0BBEE11D05F}"/>
          </ac:cxnSpMkLst>
        </pc:cxnChg>
        <pc:cxnChg chg="add mod">
          <ac:chgData name="QUAN, Kenneth (NHS ENGLAND)" userId="95065793-f978-4ba4-bbf9-569df750104a" providerId="ADAL" clId="{065F1351-36F9-48D8-BE8E-FBCB121BCDBE}" dt="2025-11-03T16:35:06.439" v="4610" actId="14100"/>
          <ac:cxnSpMkLst>
            <pc:docMk/>
            <pc:sldMk cId="790201804" sldId="2145707329"/>
            <ac:cxnSpMk id="17" creationId="{A8A43375-3838-CD91-867A-736037562D17}"/>
          </ac:cxnSpMkLst>
        </pc:cxnChg>
        <pc:cxnChg chg="mod">
          <ac:chgData name="QUAN, Kenneth (NHS ENGLAND)" userId="95065793-f978-4ba4-bbf9-569df750104a" providerId="ADAL" clId="{065F1351-36F9-48D8-BE8E-FBCB121BCDBE}" dt="2025-11-04T12:41:10.553" v="6329" actId="1038"/>
          <ac:cxnSpMkLst>
            <pc:docMk/>
            <pc:sldMk cId="790201804" sldId="2145707329"/>
            <ac:cxnSpMk id="20" creationId="{795590EF-F09F-2CC2-ACE2-F1867E119403}"/>
          </ac:cxnSpMkLst>
        </pc:cxnChg>
        <pc:cxnChg chg="add mod">
          <ac:chgData name="QUAN, Kenneth (NHS ENGLAND)" userId="95065793-f978-4ba4-bbf9-569df750104a" providerId="ADAL" clId="{065F1351-36F9-48D8-BE8E-FBCB121BCDBE}" dt="2025-11-03T16:35:15.111" v="4613" actId="14100"/>
          <ac:cxnSpMkLst>
            <pc:docMk/>
            <pc:sldMk cId="790201804" sldId="2145707329"/>
            <ac:cxnSpMk id="22" creationId="{9968A7F8-2C2E-B375-6E06-C73331343566}"/>
          </ac:cxnSpMkLst>
        </pc:cxnChg>
        <pc:cxnChg chg="add mod">
          <ac:chgData name="QUAN, Kenneth (NHS ENGLAND)" userId="95065793-f978-4ba4-bbf9-569df750104a" providerId="ADAL" clId="{065F1351-36F9-48D8-BE8E-FBCB121BCDBE}" dt="2025-11-03T16:35:26.262" v="4616" actId="14100"/>
          <ac:cxnSpMkLst>
            <pc:docMk/>
            <pc:sldMk cId="790201804" sldId="2145707329"/>
            <ac:cxnSpMk id="24" creationId="{8ADE1AEF-0C5C-DD42-0A02-5CEE0D26D169}"/>
          </ac:cxnSpMkLst>
        </pc:cxnChg>
      </pc:sldChg>
      <pc:sldChg chg="add del ord">
        <pc:chgData name="QUAN, Kenneth (NHS ENGLAND)" userId="95065793-f978-4ba4-bbf9-569df750104a" providerId="ADAL" clId="{065F1351-36F9-48D8-BE8E-FBCB121BCDBE}" dt="2025-11-05T16:47:27.915" v="6796" actId="47"/>
        <pc:sldMkLst>
          <pc:docMk/>
          <pc:sldMk cId="2542197598" sldId="2145707330"/>
        </pc:sldMkLst>
      </pc:sldChg>
      <pc:sldChg chg="delSp add">
        <pc:chgData name="QUAN, Kenneth (NHS ENGLAND)" userId="95065793-f978-4ba4-bbf9-569df750104a" providerId="ADAL" clId="{065F1351-36F9-48D8-BE8E-FBCB121BCDBE}" dt="2025-11-17T17:14:10.445" v="6805" actId="478"/>
        <pc:sldMkLst>
          <pc:docMk/>
          <pc:sldMk cId="259246405" sldId="2145707479"/>
        </pc:sldMkLst>
        <pc:picChg chg="del">
          <ac:chgData name="QUAN, Kenneth (NHS ENGLAND)" userId="95065793-f978-4ba4-bbf9-569df750104a" providerId="ADAL" clId="{065F1351-36F9-48D8-BE8E-FBCB121BCDBE}" dt="2025-11-17T17:14:10.445" v="6805" actId="478"/>
          <ac:picMkLst>
            <pc:docMk/>
            <pc:sldMk cId="259246405" sldId="2145707479"/>
            <ac:picMk id="4" creationId="{6F45058B-6A36-59FD-D391-A39DACACA2C4}"/>
          </ac:picMkLst>
        </pc:picChg>
      </pc:sldChg>
    </pc:docChg>
  </pc:docChgLst>
  <pc:docChgLst>
    <pc:chgData name="TAPPER, Alice (NHS ENGLAND)" userId="S::alice.tapper1@nhs.net::debc9ce3-6534-434a-878e-f814cd71f4a2" providerId="AD" clId="Web-{1391925F-428E-EB55-D18D-67E0D9D0BC6C}"/>
    <pc:docChg chg="modSld">
      <pc:chgData name="TAPPER, Alice (NHS ENGLAND)" userId="S::alice.tapper1@nhs.net::debc9ce3-6534-434a-878e-f814cd71f4a2" providerId="AD" clId="Web-{1391925F-428E-EB55-D18D-67E0D9D0BC6C}" dt="2025-11-04T09:49:30.292" v="20" actId="20577"/>
      <pc:docMkLst>
        <pc:docMk/>
      </pc:docMkLst>
      <pc:sldChg chg="modSp">
        <pc:chgData name="TAPPER, Alice (NHS ENGLAND)" userId="S::alice.tapper1@nhs.net::debc9ce3-6534-434a-878e-f814cd71f4a2" providerId="AD" clId="Web-{1391925F-428E-EB55-D18D-67E0D9D0BC6C}" dt="2025-11-04T09:49:30.292" v="20" actId="20577"/>
        <pc:sldMkLst>
          <pc:docMk/>
          <pc:sldMk cId="1347666673" sldId="2145707318"/>
        </pc:sldMkLst>
        <pc:spChg chg="mod">
          <ac:chgData name="TAPPER, Alice (NHS ENGLAND)" userId="S::alice.tapper1@nhs.net::debc9ce3-6534-434a-878e-f814cd71f4a2" providerId="AD" clId="Web-{1391925F-428E-EB55-D18D-67E0D9D0BC6C}" dt="2025-11-04T09:49:30.292" v="20" actId="20577"/>
          <ac:spMkLst>
            <pc:docMk/>
            <pc:sldMk cId="1347666673" sldId="2145707318"/>
            <ac:spMk id="6" creationId="{209DC177-241E-FE68-8567-9E36CE3092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F1D424-204A-4AF5-8E37-CA4E9ED3CC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0EE7F-57B9-569F-88E2-64314AE674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02D9-8FEA-4F13-B65B-0DE446FB2BE1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71D29-2418-C575-554A-5ED9E92551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2C2E9-531D-C9EE-B7AD-5BFFB8AF12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3D613-03D5-498B-8B30-F437E8FBFC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968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B941D-D2B9-554B-8A38-35C5611CD5E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549B7-4EDC-FD4E-9BCF-D79594FC3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5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64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53A6-27DF-D14D-5577-8B49067A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4C161-F613-DE1B-ABFD-43A277913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D2D7A-7E9D-0F99-0CC4-0A718AD9F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“…instant access to national and local (trust, system, region) stakeholders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B4C4-A67C-1C35-A39E-7CAEE7CF2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4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3FC4-EB9F-6919-6EBD-E76307537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7500E-6D3B-768D-7DAF-98078BD20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AA931-0470-9CBB-6C0D-47D321AC8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5CBC-318C-A803-527F-0B78CA37F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90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04B1-5BB6-C798-1B1F-63258EEC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0D26D-B350-DF8B-AF53-F789C3576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8166C-183B-C139-5785-CD56840D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B51C-F7FF-7CE9-BA50-1129F198C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20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1A7D-E35F-9CCD-39AE-C7020D16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33-BAA6-F7B1-AA30-D09FC9BC8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B6291-0B7E-A6DF-32EB-4AD0034E4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62073-0447-266A-6521-3C548B677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68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79B4-EAD9-31A3-972B-74418D87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CC0A1-DC1B-6015-7EAE-E7F0FE567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F4D34-1E1F-E9A3-03B9-E4B5CBFAC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11BE5-D722-DCE1-2708-14BB9000C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70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18BB0-0951-6C0C-38C8-8972CD5F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F016A-8E01-917D-F8AB-29FBD163E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F764-2FC3-A870-0332-0CA1B9CED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1B9CE-D2BC-86F0-F0D4-711D08ED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CE07-6ADB-8F20-4628-E42DE774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4643D-D521-D385-4511-6E83851AC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86752-F0B1-C428-74B5-4954B19AD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F4A0D-36B5-0D9B-F811-12146162A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56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64A5-AE30-2EBD-DAD3-EA4617EC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B61C5-5AD2-5AA1-4BA5-9BBC0A286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E6431-5472-B275-5366-D18EA1392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424F4-982E-178D-CECD-E5D5200F7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17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BF76-CC5D-0313-D97E-50354857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E6D0E-F5B9-CF57-0B53-6F701525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59EC2-34D8-43A5-FFA7-09791CC73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63764-B2E3-4C0F-E92A-D57E1A48D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18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8273-2227-3661-AFB6-582BD576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C2EEC-1745-965A-8A47-E2FED34BD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A3813-8DC6-D13A-A304-D726AEA3D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D542-AC47-895D-CDB0-C6D228A46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549B7-4EDC-FD4E-9BCF-D79594FC3B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13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RAP</a:t>
            </a:r>
          </a:p>
          <a:p>
            <a:r>
              <a:rPr lang="en-GB" dirty="0"/>
              <a:t>Data Viz</a:t>
            </a:r>
          </a:p>
          <a:p>
            <a:r>
              <a:rPr lang="en-GB" dirty="0"/>
              <a:t>Artificial Data</a:t>
            </a:r>
          </a:p>
          <a:p>
            <a:r>
              <a:rPr lang="en-GB" dirty="0"/>
              <a:t>Peer analysis</a:t>
            </a:r>
          </a:p>
          <a:p>
            <a:r>
              <a:rPr lang="en-GB" dirty="0"/>
              <a:t>Cohort analysis</a:t>
            </a:r>
          </a:p>
          <a:p>
            <a:r>
              <a:rPr lang="en-GB" dirty="0"/>
              <a:t>Machine Learning</a:t>
            </a:r>
          </a:p>
          <a:p>
            <a:r>
              <a:rPr lang="en-GB" dirty="0"/>
              <a:t>Natural Language Processing</a:t>
            </a:r>
          </a:p>
          <a:p>
            <a:r>
              <a:rPr lang="en-GB" dirty="0"/>
              <a:t>Data Linkage</a:t>
            </a:r>
          </a:p>
          <a:p>
            <a:r>
              <a:rPr lang="en-GB" dirty="0"/>
              <a:t>Methodological Review</a:t>
            </a:r>
          </a:p>
          <a:p>
            <a:r>
              <a:rPr lang="en-GB" dirty="0"/>
              <a:t>Data Wrangling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4EC7EF-95E1-3D44-A982-BC7A3E9C617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56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2DDCA5-A307-96EA-64A8-CCBA8E5F6393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413" y="3166643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0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74A26B3-AA54-E4E3-F815-2DD0B5B502BC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Picture 30" descr="A picture containing icon&#10;&#10;Description automatically generated">
            <a:extLst>
              <a:ext uri="{FF2B5EF4-FFF2-40B4-BE49-F238E27FC236}">
                <a16:creationId xmlns:a16="http://schemas.microsoft.com/office/drawing/2014/main" id="{598E9D71-498A-0294-DB92-FA8A45963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0720" y="-508517"/>
            <a:ext cx="11319578" cy="8005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054BE-B63C-B248-A010-D04767679C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002268"/>
            <a:ext cx="4643853" cy="250769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5400" b="1" spc="-3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AB80-4EA2-FC4A-9654-92EF4DFF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00" y="3600000"/>
            <a:ext cx="7973051" cy="10249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857E-40D1-074A-8CBC-E3E38E69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02280" cy="365125"/>
          </a:xfrm>
          <a:prstGeom prst="rect">
            <a:avLst/>
          </a:prstGeom>
        </p:spPr>
        <p:txBody>
          <a:bodyPr/>
          <a:lstStyle/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DEB39-6B31-D948-AF21-75D8DF423B1B}"/>
              </a:ext>
            </a:extLst>
          </p:cNvPr>
          <p:cNvSpPr txBox="1"/>
          <p:nvPr userDrawn="1"/>
        </p:nvSpPr>
        <p:spPr>
          <a:xfrm>
            <a:off x="3225114" y="60177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E63D1E-5669-124C-90CA-03B13A7D7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488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357188" indent="0">
              <a:buNone/>
              <a:defRPr>
                <a:solidFill>
                  <a:schemeClr val="accent2"/>
                </a:solidFill>
              </a:defRPr>
            </a:lvl2pPr>
            <a:lvl3pPr marL="714375" indent="0">
              <a:buNone/>
              <a:defRPr>
                <a:solidFill>
                  <a:schemeClr val="accent2"/>
                </a:solidFill>
              </a:defRPr>
            </a:lvl3pPr>
            <a:lvl4pPr marL="1081087" indent="0">
              <a:buNone/>
              <a:defRPr>
                <a:solidFill>
                  <a:schemeClr val="accent2"/>
                </a:solidFill>
              </a:defRPr>
            </a:lvl4pPr>
            <a:lvl5pPr marL="1438275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2A1D7-0D87-D844-942F-FEAD20579184}"/>
              </a:ext>
            </a:extLst>
          </p:cNvPr>
          <p:cNvSpPr txBox="1"/>
          <p:nvPr userDrawn="1"/>
        </p:nvSpPr>
        <p:spPr>
          <a:xfrm>
            <a:off x="9233452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8D04FEF-6120-D9DF-6018-2393FD137B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11143-EE70-3492-1497-27A2874B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2278" y="63615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62994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on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54BE-B63C-B248-A010-D04767679C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0" y="4097438"/>
            <a:ext cx="12191980" cy="173559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5400" b="1" spc="-3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AB80-4EA2-FC4A-9654-92EF4DFF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833033"/>
            <a:ext cx="12191980" cy="10249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DEB39-6B31-D948-AF21-75D8DF423B1B}"/>
              </a:ext>
            </a:extLst>
          </p:cNvPr>
          <p:cNvSpPr txBox="1"/>
          <p:nvPr userDrawn="1"/>
        </p:nvSpPr>
        <p:spPr>
          <a:xfrm>
            <a:off x="3225114" y="60177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2A1D7-0D87-D844-942F-FEAD20579184}"/>
              </a:ext>
            </a:extLst>
          </p:cNvPr>
          <p:cNvSpPr txBox="1"/>
          <p:nvPr userDrawn="1"/>
        </p:nvSpPr>
        <p:spPr>
          <a:xfrm>
            <a:off x="9233452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8D04FEF-6120-D9DF-6018-2393FD137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7D7E4A-3FC4-D26C-55CF-16C6A7594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26003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DF01C83-A866-28AC-7B1F-38947CCF6D80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B4256D3-8AB1-875F-D56D-22B45BD09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83697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68555B-67EA-8D0C-E80B-505664713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17756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29FE9CC-24C2-9AAC-6340-A9E7BC32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12BD18B-FE12-C828-0FC4-D4160766F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75393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C4A9B1-8C9A-5B25-6E7A-B9589ECCAD8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EC27042-0719-00F5-7181-3402E64C5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28728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0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7767B0F-087B-E151-1303-7714B6489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8964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large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BFC8184-A52B-1D58-DCBB-64F070DB04A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4367" y="1180298"/>
            <a:ext cx="9811265" cy="2983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200" b="0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centred text over multiple</a:t>
            </a:r>
            <a:br>
              <a:rPr lang="en-GB"/>
            </a:br>
            <a:r>
              <a:rPr lang="en-GB"/>
              <a:t>lines, try to make a harmonious shape like a diamond or </a:t>
            </a:r>
            <a:r>
              <a:rPr lang="en-GB" err="1"/>
              <a:t>xmas</a:t>
            </a:r>
            <a:r>
              <a:rPr lang="en-GB"/>
              <a:t> tree or</a:t>
            </a:r>
            <a:br>
              <a:rPr lang="en-GB"/>
            </a:br>
            <a:r>
              <a:rPr lang="en-GB"/>
              <a:t>something similar”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0923" y="5096236"/>
            <a:ext cx="3890150" cy="896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6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AA706-8AF6-8441-8070-06566C40A69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2D3EEB-DBD8-CD48-C723-5F35F1DADF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FEBF0E-7E37-E73D-F02A-57C69A521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03845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1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227772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4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6231884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1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2277721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4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6239447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8147E9-FF8C-4E7F-6758-757BE360CD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67511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B26CA0-4967-284E-42B6-5686F8C6B07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D21B3CB-F17F-B75E-F3B6-B488113A7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81355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8BBC9FB-69CA-ACB9-E6B9-6E2830215B6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BFF1225-A8A6-8EE7-1714-C631EC27C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73473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2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F5444-DD33-9C60-EE5C-BAE130A1CBF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8166480-FB4D-C34C-807C-7BA7DD328F6E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735014"/>
            <a:ext cx="3564001" cy="4319711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267E27-DA97-0D46-9740-BF9E88C52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F929AC-5E7A-1A4C-8427-F04E4C908E8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6D0C676-28C4-BF14-7D49-3169DC1AAA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A83A030-A998-EE27-4E21-0D7377388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30857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3FC528-9065-C94F-99DF-349AA62E3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2AC99-8B06-B44A-BCC3-DEDF573C140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712B60-6C80-0125-1B04-001787232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C3BF0D-4C0E-81DD-F7C3-ABB887482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1620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4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1D89516-E743-9149-8E82-C8FD33FB9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046538-6FA9-4F4C-86B3-9F8268B46A71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2ACBA56-8EF4-494B-AB68-12ECC4D0812F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285014"/>
            <a:ext cx="3564001" cy="4769711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5FB54-F5EA-C613-D5F4-F3C0063B3E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253CCE0-BB4F-94ED-F4A1-FF1F6EF93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53454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8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8" y="1089953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4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4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7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0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81D218-E72F-F84F-B0C3-EC8A11107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481822-0DD9-B249-90C1-3B1FE0FD98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CCE6883-92E0-20E6-632B-52558F9DBE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884D220-EEA1-55D7-8E2D-40A4786EA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12627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6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8FD52DB-CC55-304D-B862-680CEE783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036740-51BF-404A-B94A-164C9330AE62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8D1774-8975-89D5-1EA8-A68550359E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E43E814-D90C-51E4-A0A4-2599FE69C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47078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2UP +Int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EEEA08-1C49-6944-6F79-AABE5D4651A9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290349"/>
            <a:ext cx="3564000" cy="3764374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290349"/>
            <a:ext cx="3564000" cy="3764372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17D3740-0A11-F14D-A939-98CD3587271B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285014"/>
            <a:ext cx="3564001" cy="4769711"/>
          </a:xfrm>
        </p:spPr>
        <p:txBody>
          <a:bodyPr lIns="0" tIns="0" rIns="0" bIns="0"/>
          <a:lstStyle>
            <a:lvl1pPr marL="0" indent="0">
              <a:buNone/>
              <a:defRPr sz="2200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5347A23-4C56-A54D-96A3-4993B8606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21EFD07-C8A5-7845-9A8E-928B94195A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4871" y="142623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076541C-26A7-7147-BAC1-5A229E7C0E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7249" y="142623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FF391A-F0C8-2846-A025-06D92CB6CD4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626D58-3C16-8648-D845-A7F521318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1A3AD11-12A2-CFE9-55CA-E4DF009F2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71454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DBDDA74-8B33-8B4B-9B25-993D2BE7C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5D2B57-B97B-B347-9DEB-D5C1AC753A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708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3DD1D30-BF5F-3F4D-A1DE-F7778CA7ED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4871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443938-DE7C-934D-A74E-737FAD8DA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7249" y="1891996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E58B1A-02A3-B84A-8BB1-27D19814EDB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C73BAF5-5900-0C46-ED91-BD67D9ED4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52CC04E-C8B3-C37C-BA7C-E5182F563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2960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4UP +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BD2400-C5F8-6FA7-2AD7-D6C6E9D59298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A0FBD3D-6E21-E549-967B-395F00EE190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393014"/>
            <a:ext cx="3564001" cy="4865268"/>
          </a:xfrm>
        </p:spPr>
        <p:txBody>
          <a:bodyPr lIns="0" tIns="0" rIns="0" bIns="0"/>
          <a:lstStyle>
            <a:lvl1pPr marL="0" indent="0">
              <a:buNone/>
              <a:defRPr sz="2200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8CEA5C8-040E-A042-A8BE-B661106C8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63E93DE-B0A0-E448-839F-EC15B688DA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8428" y="1393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728E9EF-F5FD-C54D-A0C4-E79B3934E3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2591" y="1394399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3CE4756-EA5A-644E-8E3C-7A88541176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428" y="395428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023CEAC-43CB-D349-B655-0C148109A5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0154" y="395428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16781D-5A03-6141-8389-E5AB404ECD9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6B9BB60-BD70-1857-B877-C41DEC1AF4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E591A4-525D-940B-6166-B57E9AF8E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60920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8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8" y="1113399"/>
            <a:ext cx="3564000" cy="899876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4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4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7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0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61316BA-3A2D-A349-8FD8-DEAD56529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EC696E9-078C-3E45-8DCD-5A562EAEB2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978" y="122850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7258850-67A6-DA45-BCA6-3A1843C3D9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0431" y="122850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9D36508-91C9-D341-BD22-8B7D09BC1D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490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A46B0EB-2090-6B41-BC96-DD563B676C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0077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DEAB9F2-4319-8F40-BA4F-1ED7E30638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3BFC66-CD6B-7E4B-8089-7EA6B13C54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778E56-0E45-B720-1A87-18BF82CED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6F3BAE6-5ED1-4652-21A2-02FB8F67A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12448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6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FEA82EC-5F70-2C43-B773-938E8FCB9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9F8E112-B1EA-6542-A337-A038C269A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708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C36E8D2E-4AD7-3342-855A-6E726FEDA3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2434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4380DA1-D506-154B-828B-630201A38F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67249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EF0A95D-85EC-7E4C-87ED-A15257D0B0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708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B38F8DE-42A5-1243-AE49-5247BD8167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2434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4DB68FB-4DB7-1741-9BB7-E3E914ECFD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C03302-9DA8-744E-AE94-FF1801AB2637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9B64CD-1CC9-E09E-D868-6F5395EB9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9DDD9D4-6BBE-2F31-6A9B-2A51ED1A0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27471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190978-5FC4-6858-371C-AF3DAD50E21F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D4B1C65-BEC9-7E32-2F74-254429D01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37739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AD1B1-54FF-2FC6-D407-337D3737411D}"/>
              </a:ext>
            </a:extLst>
          </p:cNvPr>
          <p:cNvSpPr txBox="1"/>
          <p:nvPr userDrawn="1"/>
        </p:nvSpPr>
        <p:spPr>
          <a:xfrm>
            <a:off x="1245609" y="2349016"/>
            <a:ext cx="3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Text content goes over single column. Text content here goes over single column. Text content here goes over single column.  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C6DBC19-05DA-1A46-19B7-CCE17A0FC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5231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8404-D948-7642-8BC6-F42E883389E5}"/>
              </a:ext>
            </a:extLst>
          </p:cNvPr>
          <p:cNvSpPr txBox="1"/>
          <p:nvPr userDrawn="1"/>
        </p:nvSpPr>
        <p:spPr>
          <a:xfrm>
            <a:off x="1245609" y="2349016"/>
            <a:ext cx="3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Text content goes over single column. Text content here goes over single column. Text content here goes over single column. 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1970BCB-012D-C281-CBE6-CEEB61B21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20097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551A3-9BAE-400C-B485-0F4ED3DB7306}"/>
              </a:ext>
            </a:extLst>
          </p:cNvPr>
          <p:cNvSpPr txBox="1"/>
          <p:nvPr userDrawn="1"/>
        </p:nvSpPr>
        <p:spPr>
          <a:xfrm>
            <a:off x="1245609" y="2349016"/>
            <a:ext cx="3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/>
              <a:t>“Quote text here. Quote text here. Quote text here.”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46D2F0-DEEE-95B0-076B-3DAA465E5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23264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D8FDB-A40F-9C14-5A8C-BCBBA006B64D}"/>
              </a:ext>
            </a:extLst>
          </p:cNvPr>
          <p:cNvSpPr txBox="1"/>
          <p:nvPr userDrawn="1"/>
        </p:nvSpPr>
        <p:spPr>
          <a:xfrm>
            <a:off x="1245609" y="2349016"/>
            <a:ext cx="3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/>
              <a:t>“Quote text here. Quote text here. Quote text here.”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AC4297E-DE82-6898-5851-28D9FC49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20734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C30C3909-1482-1013-E118-A2CE0A1DD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932" y="2520000"/>
            <a:ext cx="6948488" cy="963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D640846-1773-49E2-AA26-B28EA4FC1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2478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092F3-915E-341D-8AD1-B8E398E9BFA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0AF6C2AD-0E53-2A94-6EDF-C2BC1C35E6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6747" y="-121920"/>
            <a:ext cx="12408747" cy="697992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000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C2A1445-D051-698F-39AB-6ECDD8B36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255510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C9A4BA-CD7C-BF8C-6221-BCB58BC96EC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2D07C2D6-AB1B-B84B-BC13-7D79E8BCF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265" y="-122410"/>
            <a:ext cx="12499929" cy="703121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6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C3B1D28-20B7-613D-DCF2-5403C2204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80006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268FFC32-6059-0DED-CEB1-02D4D3CCBC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598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4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0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B6F326D-0ECB-4952-2659-CD1729198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6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F92C4DD-1417-1C7C-EA44-68473FDE7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3590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5715926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0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400" b="1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767074" y="4806522"/>
            <a:ext cx="600075" cy="60007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6D92FD5-08EA-6BC8-29BC-BCF5EEFE18A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 rot="5400000">
            <a:off x="-2509143" y="-71523"/>
            <a:ext cx="10768951" cy="7616239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49683EA-670F-1916-9B94-4733F45EE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23964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763076-72CB-117E-F240-98C1D1050D3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0C6BD1-75FC-DF31-7C18-92520255E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14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3763076-72CB-117E-F240-98C1D1050D3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5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B2922A9-9C8F-43B1-7D0A-0C7761EE4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7672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42EEAA-A0F6-13F1-92B9-A68581F2E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81323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B9EEEB-4482-151C-3E4B-6DCA5DB975F7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B5EE73-D618-9F44-829B-3E2FB3EF9E8B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BBF07FF-3CE1-3D71-B166-EE893EF0A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D84922-45F2-A21F-B4FF-1490C06BE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3997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A03389-AFFC-D562-CFEA-903FB9952FA7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4D7BC1-63C2-8C4A-9DF2-1AD2DA1C73BA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84297CC-11A8-6F97-008D-CE9C34365A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B1EDA66-4800-182E-6914-20EA25F4D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84778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and image with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0CFB7DB-760B-4D49-1497-4C25B08C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78757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and image with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EC8AF8-9026-2112-EC6F-B4EAC1F72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74229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DFC27-AE77-990E-E3A7-5DF7B8BEB8B0}"/>
              </a:ext>
            </a:extLst>
          </p:cNvPr>
          <p:cNvSpPr txBox="1"/>
          <p:nvPr userDrawn="1"/>
        </p:nvSpPr>
        <p:spPr>
          <a:xfrm>
            <a:off x="7202551" y="2249424"/>
            <a:ext cx="4428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bg1"/>
                </a:solidFill>
              </a:rPr>
              <a:t>Text content goes over single column. Text content here goes over single column. Text content here goes over single column.  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CEA998-291C-B701-7D29-345C8F28D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426129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6FDD41-0C96-A4A4-149D-FA5F03335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88718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EDEC814-A07E-5BB7-5699-986912CFC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326516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ide Box (NHS Blue)">
  <p:cSld name="4.1 Side Box (NHS Blue)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373800" y="764867"/>
            <a:ext cx="3556000" cy="1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roxima Nova"/>
              <a:buNone/>
              <a:defRPr sz="3333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0" name="Google Shape;220;p32"/>
          <p:cNvGrpSpPr/>
          <p:nvPr/>
        </p:nvGrpSpPr>
        <p:grpSpPr>
          <a:xfrm>
            <a:off x="373999" y="307316"/>
            <a:ext cx="1172436" cy="416243"/>
            <a:chOff x="2509837" y="2238375"/>
            <a:chExt cx="7172325" cy="2381250"/>
          </a:xfrm>
        </p:grpSpPr>
        <p:sp>
          <p:nvSpPr>
            <p:cNvPr id="221" name="Google Shape;221;p32"/>
            <p:cNvSpPr/>
            <p:nvPr/>
          </p:nvSpPr>
          <p:spPr>
            <a:xfrm>
              <a:off x="2509837" y="2238375"/>
              <a:ext cx="7172325" cy="2381250"/>
            </a:xfrm>
            <a:custGeom>
              <a:avLst/>
              <a:gdLst/>
              <a:ahLst/>
              <a:cxnLst/>
              <a:rect l="l" t="t" r="r" b="b"/>
              <a:pathLst>
                <a:path w="7172325" h="2381250" extrusionOk="0">
                  <a:moveTo>
                    <a:pt x="0" y="0"/>
                  </a:moveTo>
                  <a:lnTo>
                    <a:pt x="7175183" y="0"/>
                  </a:lnTo>
                  <a:lnTo>
                    <a:pt x="7175183" y="2381250"/>
                  </a:lnTo>
                  <a:lnTo>
                    <a:pt x="0" y="2381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2675572" y="2434590"/>
              <a:ext cx="5495925" cy="1981200"/>
            </a:xfrm>
            <a:custGeom>
              <a:avLst/>
              <a:gdLst/>
              <a:ahLst/>
              <a:cxnLst/>
              <a:rect l="l" t="t" r="r" b="b"/>
              <a:pathLst>
                <a:path w="5495925" h="1981200" extrusionOk="0">
                  <a:moveTo>
                    <a:pt x="1156335" y="1950720"/>
                  </a:moveTo>
                  <a:lnTo>
                    <a:pt x="755333" y="623888"/>
                  </a:lnTo>
                  <a:lnTo>
                    <a:pt x="749618" y="623888"/>
                  </a:lnTo>
                  <a:lnTo>
                    <a:pt x="482918" y="1950720"/>
                  </a:lnTo>
                  <a:lnTo>
                    <a:pt x="0" y="1950720"/>
                  </a:lnTo>
                  <a:lnTo>
                    <a:pt x="409575" y="34290"/>
                  </a:lnTo>
                  <a:lnTo>
                    <a:pt x="1049655" y="34290"/>
                  </a:lnTo>
                  <a:lnTo>
                    <a:pt x="1442085" y="1363028"/>
                  </a:lnTo>
                  <a:lnTo>
                    <a:pt x="1447800" y="1363028"/>
                  </a:lnTo>
                  <a:lnTo>
                    <a:pt x="1717358" y="34290"/>
                  </a:lnTo>
                  <a:lnTo>
                    <a:pt x="2200275" y="34290"/>
                  </a:lnTo>
                  <a:lnTo>
                    <a:pt x="1793558" y="1950720"/>
                  </a:lnTo>
                  <a:lnTo>
                    <a:pt x="1156335" y="1950720"/>
                  </a:lnTo>
                  <a:close/>
                  <a:moveTo>
                    <a:pt x="3110865" y="1950720"/>
                  </a:moveTo>
                  <a:lnTo>
                    <a:pt x="3281363" y="1129665"/>
                  </a:lnTo>
                  <a:lnTo>
                    <a:pt x="2674620" y="1129665"/>
                  </a:lnTo>
                  <a:lnTo>
                    <a:pt x="2504123" y="1950720"/>
                  </a:lnTo>
                  <a:lnTo>
                    <a:pt x="1990725" y="1950720"/>
                  </a:lnTo>
                  <a:lnTo>
                    <a:pt x="2388870" y="34290"/>
                  </a:lnTo>
                  <a:lnTo>
                    <a:pt x="2902268" y="34290"/>
                  </a:lnTo>
                  <a:lnTo>
                    <a:pt x="2751773" y="767715"/>
                  </a:lnTo>
                  <a:lnTo>
                    <a:pt x="3358515" y="767715"/>
                  </a:lnTo>
                  <a:lnTo>
                    <a:pt x="3509963" y="34290"/>
                  </a:lnTo>
                  <a:lnTo>
                    <a:pt x="4023360" y="34290"/>
                  </a:lnTo>
                  <a:lnTo>
                    <a:pt x="3625215" y="1950720"/>
                  </a:lnTo>
                  <a:lnTo>
                    <a:pt x="3110865" y="1950720"/>
                  </a:lnTo>
                  <a:close/>
                  <a:moveTo>
                    <a:pt x="5374005" y="467677"/>
                  </a:moveTo>
                  <a:cubicBezTo>
                    <a:pt x="5274945" y="421005"/>
                    <a:pt x="5140643" y="380048"/>
                    <a:pt x="4951095" y="380048"/>
                  </a:cubicBezTo>
                  <a:cubicBezTo>
                    <a:pt x="4747260" y="380048"/>
                    <a:pt x="4583430" y="410528"/>
                    <a:pt x="4583430" y="563880"/>
                  </a:cubicBezTo>
                  <a:cubicBezTo>
                    <a:pt x="4583430" y="835343"/>
                    <a:pt x="5327333" y="734377"/>
                    <a:pt x="5327333" y="1316355"/>
                  </a:cubicBezTo>
                  <a:cubicBezTo>
                    <a:pt x="5327333" y="1846898"/>
                    <a:pt x="4835843" y="1984058"/>
                    <a:pt x="4391025" y="1984058"/>
                  </a:cubicBezTo>
                  <a:cubicBezTo>
                    <a:pt x="4192905" y="1984058"/>
                    <a:pt x="3965258" y="1937385"/>
                    <a:pt x="3797618" y="1884998"/>
                  </a:cubicBezTo>
                  <a:lnTo>
                    <a:pt x="3918585" y="1494473"/>
                  </a:lnTo>
                  <a:cubicBezTo>
                    <a:pt x="4020503" y="1560195"/>
                    <a:pt x="4223385" y="1604010"/>
                    <a:pt x="4391025" y="1604010"/>
                  </a:cubicBezTo>
                  <a:cubicBezTo>
                    <a:pt x="4550093" y="1604010"/>
                    <a:pt x="4800600" y="1573530"/>
                    <a:pt x="4800600" y="1376363"/>
                  </a:cubicBezTo>
                  <a:cubicBezTo>
                    <a:pt x="4800600" y="1068705"/>
                    <a:pt x="4056698" y="1183958"/>
                    <a:pt x="4056698" y="642938"/>
                  </a:cubicBezTo>
                  <a:cubicBezTo>
                    <a:pt x="4056698" y="148590"/>
                    <a:pt x="4491038" y="0"/>
                    <a:pt x="4911090" y="0"/>
                  </a:cubicBezTo>
                  <a:cubicBezTo>
                    <a:pt x="5147310" y="0"/>
                    <a:pt x="5370195" y="24765"/>
                    <a:pt x="5498783" y="84773"/>
                  </a:cubicBezTo>
                  <a:lnTo>
                    <a:pt x="5374005" y="467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2509837" y="2238375"/>
              <a:ext cx="7172325" cy="2381250"/>
            </a:xfrm>
            <a:custGeom>
              <a:avLst/>
              <a:gdLst/>
              <a:ahLst/>
              <a:cxnLst/>
              <a:rect l="l" t="t" r="r" b="b"/>
              <a:pathLst>
                <a:path w="7172325" h="2381250" extrusionOk="0">
                  <a:moveTo>
                    <a:pt x="0" y="0"/>
                  </a:moveTo>
                  <a:lnTo>
                    <a:pt x="0" y="2381250"/>
                  </a:lnTo>
                  <a:lnTo>
                    <a:pt x="5883593" y="2381250"/>
                  </a:lnTo>
                  <a:lnTo>
                    <a:pt x="5883593" y="0"/>
                  </a:lnTo>
                  <a:lnTo>
                    <a:pt x="0" y="0"/>
                  </a:lnTo>
                  <a:close/>
                  <a:moveTo>
                    <a:pt x="1322070" y="2146935"/>
                  </a:moveTo>
                  <a:lnTo>
                    <a:pt x="921068" y="820103"/>
                  </a:lnTo>
                  <a:lnTo>
                    <a:pt x="915353" y="820103"/>
                  </a:lnTo>
                  <a:lnTo>
                    <a:pt x="648653" y="2146935"/>
                  </a:lnTo>
                  <a:lnTo>
                    <a:pt x="165735" y="2146935"/>
                  </a:lnTo>
                  <a:lnTo>
                    <a:pt x="575310" y="230505"/>
                  </a:lnTo>
                  <a:lnTo>
                    <a:pt x="1215390" y="230505"/>
                  </a:lnTo>
                  <a:lnTo>
                    <a:pt x="1607820" y="1559243"/>
                  </a:lnTo>
                  <a:lnTo>
                    <a:pt x="1613535" y="1559243"/>
                  </a:lnTo>
                  <a:lnTo>
                    <a:pt x="1883093" y="230505"/>
                  </a:lnTo>
                  <a:lnTo>
                    <a:pt x="2366010" y="230505"/>
                  </a:lnTo>
                  <a:lnTo>
                    <a:pt x="1959293" y="2146935"/>
                  </a:lnTo>
                  <a:lnTo>
                    <a:pt x="1322070" y="2146935"/>
                  </a:lnTo>
                  <a:close/>
                  <a:moveTo>
                    <a:pt x="3276600" y="2146935"/>
                  </a:moveTo>
                  <a:lnTo>
                    <a:pt x="3447098" y="1325880"/>
                  </a:lnTo>
                  <a:lnTo>
                    <a:pt x="2840355" y="1325880"/>
                  </a:lnTo>
                  <a:lnTo>
                    <a:pt x="2669858" y="2146935"/>
                  </a:lnTo>
                  <a:lnTo>
                    <a:pt x="2156460" y="2146935"/>
                  </a:lnTo>
                  <a:lnTo>
                    <a:pt x="2554605" y="230505"/>
                  </a:lnTo>
                  <a:lnTo>
                    <a:pt x="3068003" y="230505"/>
                  </a:lnTo>
                  <a:lnTo>
                    <a:pt x="2917508" y="963930"/>
                  </a:lnTo>
                  <a:lnTo>
                    <a:pt x="3524250" y="963930"/>
                  </a:lnTo>
                  <a:lnTo>
                    <a:pt x="3675698" y="230505"/>
                  </a:lnTo>
                  <a:lnTo>
                    <a:pt x="4189095" y="230505"/>
                  </a:lnTo>
                  <a:lnTo>
                    <a:pt x="3790950" y="2146935"/>
                  </a:lnTo>
                  <a:lnTo>
                    <a:pt x="3276600" y="2146935"/>
                  </a:lnTo>
                  <a:close/>
                  <a:moveTo>
                    <a:pt x="5539740" y="663893"/>
                  </a:moveTo>
                  <a:cubicBezTo>
                    <a:pt x="5440680" y="617220"/>
                    <a:pt x="5306378" y="576263"/>
                    <a:pt x="5116830" y="576263"/>
                  </a:cubicBezTo>
                  <a:cubicBezTo>
                    <a:pt x="4912995" y="576263"/>
                    <a:pt x="4749165" y="606743"/>
                    <a:pt x="4749165" y="760095"/>
                  </a:cubicBezTo>
                  <a:cubicBezTo>
                    <a:pt x="4749165" y="1031558"/>
                    <a:pt x="5493068" y="930593"/>
                    <a:pt x="5493068" y="1512570"/>
                  </a:cubicBezTo>
                  <a:cubicBezTo>
                    <a:pt x="5493068" y="2043113"/>
                    <a:pt x="5001578" y="2180273"/>
                    <a:pt x="4556760" y="2180273"/>
                  </a:cubicBezTo>
                  <a:cubicBezTo>
                    <a:pt x="4358640" y="2180273"/>
                    <a:pt x="4130993" y="2133600"/>
                    <a:pt x="3963353" y="2081213"/>
                  </a:cubicBezTo>
                  <a:lnTo>
                    <a:pt x="4084320" y="1690688"/>
                  </a:lnTo>
                  <a:cubicBezTo>
                    <a:pt x="4186238" y="1756410"/>
                    <a:pt x="4389120" y="1800225"/>
                    <a:pt x="4556760" y="1800225"/>
                  </a:cubicBezTo>
                  <a:cubicBezTo>
                    <a:pt x="4715828" y="1800225"/>
                    <a:pt x="4966335" y="1769745"/>
                    <a:pt x="4966335" y="1572578"/>
                  </a:cubicBezTo>
                  <a:cubicBezTo>
                    <a:pt x="4966335" y="1264920"/>
                    <a:pt x="4222433" y="1380173"/>
                    <a:pt x="4222433" y="839153"/>
                  </a:cubicBezTo>
                  <a:cubicBezTo>
                    <a:pt x="4222433" y="344805"/>
                    <a:pt x="4656773" y="196215"/>
                    <a:pt x="5076825" y="196215"/>
                  </a:cubicBezTo>
                  <a:cubicBezTo>
                    <a:pt x="5313045" y="196215"/>
                    <a:pt x="5535930" y="220980"/>
                    <a:pt x="5664518" y="280988"/>
                  </a:cubicBezTo>
                  <a:lnTo>
                    <a:pt x="5539740" y="663893"/>
                  </a:lnTo>
                  <a:close/>
                  <a:moveTo>
                    <a:pt x="6543675" y="230505"/>
                  </a:moveTo>
                  <a:lnTo>
                    <a:pt x="6682740" y="560070"/>
                  </a:lnTo>
                  <a:lnTo>
                    <a:pt x="6685598" y="560070"/>
                  </a:lnTo>
                  <a:lnTo>
                    <a:pt x="6949440" y="230505"/>
                  </a:lnTo>
                  <a:lnTo>
                    <a:pt x="7176135" y="230505"/>
                  </a:lnTo>
                  <a:lnTo>
                    <a:pt x="6778943" y="687705"/>
                  </a:lnTo>
                  <a:lnTo>
                    <a:pt x="7000875" y="1188720"/>
                  </a:lnTo>
                  <a:lnTo>
                    <a:pt x="6790373" y="1188720"/>
                  </a:lnTo>
                  <a:lnTo>
                    <a:pt x="6643688" y="803910"/>
                  </a:lnTo>
                  <a:lnTo>
                    <a:pt x="6640830" y="803910"/>
                  </a:lnTo>
                  <a:lnTo>
                    <a:pt x="6341745" y="1188720"/>
                  </a:lnTo>
                  <a:lnTo>
                    <a:pt x="6102668" y="1188720"/>
                  </a:lnTo>
                  <a:lnTo>
                    <a:pt x="6546533" y="668655"/>
                  </a:lnTo>
                  <a:lnTo>
                    <a:pt x="6336030" y="230505"/>
                  </a:lnTo>
                  <a:lnTo>
                    <a:pt x="6543675" y="230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32"/>
          <p:cNvSpPr/>
          <p:nvPr/>
        </p:nvSpPr>
        <p:spPr>
          <a:xfrm>
            <a:off x="4088000" y="0"/>
            <a:ext cx="8104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 txBox="1">
            <a:spLocks noGrp="1"/>
          </p:cNvSpPr>
          <p:nvPr>
            <p:ph type="body" idx="1"/>
          </p:nvPr>
        </p:nvSpPr>
        <p:spPr>
          <a:xfrm>
            <a:off x="373800" y="3044333"/>
            <a:ext cx="3556000" cy="36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867">
                <a:solidFill>
                  <a:schemeClr val="accent5"/>
                </a:solidFill>
              </a:defRPr>
            </a:lvl1pPr>
            <a:lvl2pPr marL="1219170" lvl="1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–"/>
              <a:defRPr sz="1867">
                <a:solidFill>
                  <a:schemeClr val="accent5"/>
                </a:solidFill>
              </a:defRPr>
            </a:lvl2pPr>
            <a:lvl3pPr marL="1828754" lvl="2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  <a:defRPr sz="1867">
                <a:solidFill>
                  <a:schemeClr val="accent5"/>
                </a:solidFill>
              </a:defRPr>
            </a:lvl3pPr>
            <a:lvl4pPr marL="2438339" lvl="3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–"/>
              <a:defRPr sz="1867">
                <a:solidFill>
                  <a:schemeClr val="accent5"/>
                </a:solidFill>
              </a:defRPr>
            </a:lvl4pPr>
            <a:lvl5pPr marL="3047924" lvl="4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»"/>
              <a:defRPr sz="1867">
                <a:solidFill>
                  <a:schemeClr val="accent5"/>
                </a:solidFill>
              </a:defRPr>
            </a:lvl5pPr>
            <a:lvl6pPr marL="3657509" lvl="5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  <a:defRPr sz="1867">
                <a:solidFill>
                  <a:schemeClr val="accent5"/>
                </a:solidFill>
              </a:defRPr>
            </a:lvl6pPr>
            <a:lvl7pPr marL="4267093" lvl="6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  <a:defRPr sz="1867">
                <a:solidFill>
                  <a:schemeClr val="accent5"/>
                </a:solidFill>
              </a:defRPr>
            </a:lvl7pPr>
            <a:lvl8pPr marL="4876678" lvl="7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  <a:defRPr sz="1867">
                <a:solidFill>
                  <a:schemeClr val="accent5"/>
                </a:solidFill>
              </a:defRPr>
            </a:lvl8pPr>
            <a:lvl9pPr marL="5486263" lvl="8" indent="-423323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  <a:defRPr sz="1867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53C6F5F-3739-9F57-A9E9-37A37C24A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</p:spTree>
    <p:extLst>
      <p:ext uri="{BB962C8B-B14F-4D97-AF65-F5344CB8AC3E}">
        <p14:creationId xmlns:p14="http://schemas.microsoft.com/office/powerpoint/2010/main" val="11216048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65991-69D2-4076-AE24-F07B930D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1F7E-DEEA-A74C-A266-736E68AE30A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C7897-F54E-42AA-94DD-F0822F7F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93801-C6FC-4B9F-A12D-D65E9BEC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FD7-9C23-3D46-A614-D2F54B2A1C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054A970-DD2F-4466-9DB2-B8C42E25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28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OFFICIAL - SENSITIVE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802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06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7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atascience@nhs.n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svg"/><Relationship Id="rId3" Type="http://schemas.openxmlformats.org/officeDocument/2006/relationships/image" Target="../media/image29.png"/><Relationship Id="rId21" Type="http://schemas.openxmlformats.org/officeDocument/2006/relationships/image" Target="../media/image45.png"/><Relationship Id="rId7" Type="http://schemas.openxmlformats.org/officeDocument/2006/relationships/image" Target="../media/image33.svg"/><Relationship Id="rId12" Type="http://schemas.openxmlformats.org/officeDocument/2006/relationships/image" Target="../media/image38.sv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2.svg"/><Relationship Id="rId20" Type="http://schemas.openxmlformats.org/officeDocument/2006/relationships/hyperlink" Target="https://nhsengland.github.io/datascience/" TargetMode="Externa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sv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hyperlink" Target="mailto:datascience@nhs.net" TargetMode="External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001" y="1519101"/>
            <a:ext cx="5043110" cy="2507695"/>
          </a:xfrm>
        </p:spPr>
        <p:txBody>
          <a:bodyPr/>
          <a:lstStyle/>
          <a:p>
            <a:r>
              <a:rPr lang="en-GB" sz="3200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Learnings from implementing machine learning models on NHS Federated Data Platform for predicting operational pressures escalation levels.</a:t>
            </a:r>
            <a:endParaRPr lang="en-GB" sz="320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661" y="4413364"/>
            <a:ext cx="6634065" cy="185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>
                <a:latin typeface="Consolas" panose="020B0609020204030204" pitchFamily="49" charset="0"/>
                <a:cs typeface="Consolas" panose="020B0609020204030204" pitchFamily="49" charset="0"/>
              </a:rPr>
              <a:t>Kenneth (Kin) Quan</a:t>
            </a:r>
          </a:p>
          <a:p>
            <a:r>
              <a:rPr lang="en-GB" sz="1800" err="1">
                <a:latin typeface="Consolas" panose="020B0609020204030204" pitchFamily="49" charset="0"/>
                <a:cs typeface="Consolas" panose="020B0609020204030204" pitchFamily="49" charset="0"/>
              </a:rPr>
              <a:t>RPySOC</a:t>
            </a:r>
            <a:r>
              <a:rPr lang="en-GB" sz="1800">
                <a:latin typeface="Consolas" panose="020B0609020204030204" pitchFamily="49" charset="0"/>
                <a:cs typeface="Consolas" panose="020B0609020204030204" pitchFamily="49" charset="0"/>
              </a:rPr>
              <a:t> 2025</a:t>
            </a:r>
          </a:p>
          <a:p>
            <a:r>
              <a:rPr lang="en-GB" sz="180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datascience@nhs.net</a:t>
            </a:r>
            <a:r>
              <a:rPr lang="en-GB" sz="18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GB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4A08-42D6-99C0-19B2-F50CBD30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142E-AA74-3C6A-D7A3-B7DA5113E6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25234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Operational Pressures Escalation Levels (OPEL)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DC177-241E-FE68-8567-9E36CE30929A}"/>
              </a:ext>
            </a:extLst>
          </p:cNvPr>
          <p:cNvSpPr txBox="1"/>
          <p:nvPr/>
        </p:nvSpPr>
        <p:spPr>
          <a:xfrm>
            <a:off x="432001" y="1359205"/>
            <a:ext cx="8418086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The OPEL framework is a set of actionable metrics used by operational staff to measure and respond to acute pressure</a:t>
            </a:r>
            <a:endParaRPr lang="en-GB" sz="2800" b="1">
              <a:latin typeface="Consola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Forecasting OPEL metrics would allow providers to make proactive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>
              <a:latin typeface="Consola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Building and deploying these forecasts on a nationally-available platform will provide instant accessibility to all stakeholders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452FF58-6441-62F0-25E3-6D95F8DF9BB9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7970D-763C-2C61-0A60-4B3BDE068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429" y="1469614"/>
            <a:ext cx="3311419" cy="2960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BDF52F-F131-13F1-071C-127936D0B5C0}"/>
              </a:ext>
            </a:extLst>
          </p:cNvPr>
          <p:cNvSpPr txBox="1"/>
          <p:nvPr/>
        </p:nvSpPr>
        <p:spPr>
          <a:xfrm>
            <a:off x="8673113" y="4421513"/>
            <a:ext cx="3236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sample of the features that is used to calculate the OPEL metric</a:t>
            </a:r>
          </a:p>
        </p:txBody>
      </p:sp>
    </p:spTree>
    <p:extLst>
      <p:ext uri="{BB962C8B-B14F-4D97-AF65-F5344CB8AC3E}">
        <p14:creationId xmlns:p14="http://schemas.microsoft.com/office/powerpoint/2010/main" val="134766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4343-EC01-C931-9234-A06FF9BD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E7A1-4DB5-7043-BB98-A16B00D693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NHS Federated Data Platform (FDP)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32EEE-7D04-B408-43B9-E7833E80A3D8}"/>
              </a:ext>
            </a:extLst>
          </p:cNvPr>
          <p:cNvSpPr txBox="1"/>
          <p:nvPr/>
        </p:nvSpPr>
        <p:spPr>
          <a:xfrm>
            <a:off x="505315" y="1752963"/>
            <a:ext cx="90523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onsolas"/>
              </a:rPr>
              <a:t>The NHS Federated Data Platform is a live data service that provides: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nsolas"/>
              </a:rPr>
              <a:t>Cloud-based Data Warehouse &amp; Infrastructure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nsolas"/>
              </a:rPr>
              <a:t>Allows access to a single cut of data in a single place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nsolas"/>
              </a:rPr>
              <a:t>Analytical Capabilities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onsolas"/>
              </a:rPr>
              <a:t>Creating the predictive analytics from the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 dirty="0">
              <a:latin typeface="Consola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0C368B9-38DB-5BA1-258C-2DAA554C1588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6204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DC69-040F-BF45-3CBD-1CADF220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7137-5DED-10AD-1129-D356AFF425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Why do we need to look at the platform?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E715F-27DA-C197-26CB-3D843A6B269E}"/>
              </a:ext>
            </a:extLst>
          </p:cNvPr>
          <p:cNvSpPr txBox="1"/>
          <p:nvPr/>
        </p:nvSpPr>
        <p:spPr>
          <a:xfrm>
            <a:off x="505315" y="1752963"/>
            <a:ext cx="92717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latin typeface="Consolas"/>
              </a:rPr>
              <a:t>There is a business interest to analyse the following in any platform: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Adapting to the team workflow, for example Agile working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Identify enablers and pain points within the platform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Onboarding and upskilling of colleagues on the platform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800">
              <a:latin typeface="Consola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91D6E7D-1EB0-E4DD-DE0B-2B7B580A0DCA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6692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D860-4135-2E02-2F41-87E399F1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4E76-AB06-761B-8423-FCF3055CC4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Principles, Build Strategy &amp;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D62F7-C82E-32FC-8E1C-E944C1C219B4}"/>
              </a:ext>
            </a:extLst>
          </p:cNvPr>
          <p:cNvSpPr txBox="1"/>
          <p:nvPr/>
        </p:nvSpPr>
        <p:spPr>
          <a:xfrm>
            <a:off x="505315" y="1752962"/>
            <a:ext cx="71221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Aim for a code first, reproducible analytical pipeline (RAP)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Working in CRISP-DM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So, we need an Integrated Development Environment that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Prototype in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Evaluate in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Version Control the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>
              <a:latin typeface="Consola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79C0A61-A185-867F-12CB-26DE9644D146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3F05630-422E-A83A-A281-7016816B9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225" y="1547551"/>
            <a:ext cx="4387139" cy="439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0D680E-CC4C-937F-E14E-A8E2F76B02E7}"/>
              </a:ext>
            </a:extLst>
          </p:cNvPr>
          <p:cNvSpPr txBox="1"/>
          <p:nvPr/>
        </p:nvSpPr>
        <p:spPr>
          <a:xfrm>
            <a:off x="7434368" y="5931029"/>
            <a:ext cx="449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Taken from Wikipedia </a:t>
            </a:r>
          </a:p>
        </p:txBody>
      </p:sp>
    </p:spTree>
    <p:extLst>
      <p:ext uri="{BB962C8B-B14F-4D97-AF65-F5344CB8AC3E}">
        <p14:creationId xmlns:p14="http://schemas.microsoft.com/office/powerpoint/2010/main" val="121888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2DCB-F1FA-1A38-999E-803CC57C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355E-09F5-930B-3B0A-DA8C57D750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FDP – Scoping the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D4128-6DFD-42B6-FAEE-307DBB22703B}"/>
              </a:ext>
            </a:extLst>
          </p:cNvPr>
          <p:cNvSpPr txBox="1"/>
          <p:nvPr/>
        </p:nvSpPr>
        <p:spPr>
          <a:xfrm>
            <a:off x="505316" y="1752963"/>
            <a:ext cx="59623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FDP provides a wide range of apps for analytics – ranging from AI to Dashboarding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It is the onus on us to choose the correct tools and refine them for our 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>
              <a:latin typeface="Consola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B589C93-BB34-842E-3830-2F77CD2A9C19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5AC1F-4460-E91A-E32A-11F0436F3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387" y="1752964"/>
            <a:ext cx="5236767" cy="382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0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5816-938E-C9D5-CE38-09C676C1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2AD4-7CD2-2899-019E-0274AA1E66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Workflow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2C563AA-1992-9977-FFC7-159A0827B90E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3" name="Picture 2" descr="undefined">
            <a:extLst>
              <a:ext uri="{FF2B5EF4-FFF2-40B4-BE49-F238E27FC236}">
                <a16:creationId xmlns:a16="http://schemas.microsoft.com/office/drawing/2014/main" id="{C266DD79-7ABC-134F-C290-28AB7429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8" y="1451693"/>
            <a:ext cx="4050326" cy="4058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7CA6E4-6086-8E3F-BBFB-72D0E2781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294" y="5249256"/>
            <a:ext cx="3053742" cy="879401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6FA27-FB35-E8A6-0AC4-1B357D5D0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732" y="2828189"/>
            <a:ext cx="2920866" cy="1201622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23C1EA-136A-D837-8FE8-FDB64B828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294" y="1249393"/>
            <a:ext cx="2905530" cy="657317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5590EF-F09F-2CC2-ACE2-F1867E119403}"/>
              </a:ext>
            </a:extLst>
          </p:cNvPr>
          <p:cNvCxnSpPr>
            <a:cxnSpLocks/>
          </p:cNvCxnSpPr>
          <p:nvPr/>
        </p:nvCxnSpPr>
        <p:spPr>
          <a:xfrm>
            <a:off x="8948057" y="782158"/>
            <a:ext cx="0" cy="534649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72C8952-A5FA-6F5E-98C0-F9EB44F04129}"/>
              </a:ext>
            </a:extLst>
          </p:cNvPr>
          <p:cNvSpPr txBox="1"/>
          <p:nvPr/>
        </p:nvSpPr>
        <p:spPr>
          <a:xfrm>
            <a:off x="9126802" y="773768"/>
            <a:ext cx="35261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latin typeface="Consolas"/>
              </a:rPr>
              <a:t>Useful in the near future: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AAC09AE-D2F9-BED4-8ED9-67870802C0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927"/>
          <a:stretch>
            <a:fillRect/>
          </a:stretch>
        </p:blipFill>
        <p:spPr>
          <a:xfrm>
            <a:off x="9083783" y="1872933"/>
            <a:ext cx="2955818" cy="15824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F50F1C-FD8B-01E2-04CB-56B662CC9379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133600" y="1578052"/>
            <a:ext cx="2954694" cy="4833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B2251-060F-CA3A-1C98-A0BBEE11D05F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657600" y="2453738"/>
            <a:ext cx="1497132" cy="9752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A43375-3838-CD91-867A-736037562D1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948135" y="3310442"/>
            <a:ext cx="1140159" cy="23785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68A7F8-2C2E-B375-6E06-C73331343566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603464" y="4047685"/>
            <a:ext cx="1484830" cy="16412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DE1AEF-0C5C-DD42-0A02-5CEE0D26D169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818711" y="4722651"/>
            <a:ext cx="2269583" cy="9663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0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1B42-F5B6-7FDE-BAE4-7FEC895C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AE1D-01D2-5EBB-3622-2B601088CD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FDP – Code Repositories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F67C7-42F9-9260-397D-C66B13F23250}"/>
              </a:ext>
            </a:extLst>
          </p:cNvPr>
          <p:cNvSpPr txBox="1"/>
          <p:nvPr/>
        </p:nvSpPr>
        <p:spPr>
          <a:xfrm>
            <a:off x="505315" y="1752962"/>
            <a:ext cx="50143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latin typeface="Consolas"/>
              </a:rPr>
              <a:t>We need to adapt and learn key features into our code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Key Libraries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Decorators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Data Loading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Model Outputs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2A218CD-916C-A31B-2155-CD0F13C46EB8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E4A26-FD6F-96AC-0673-10D0D685F2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33"/>
          <a:stretch>
            <a:fillRect/>
          </a:stretch>
        </p:blipFill>
        <p:spPr>
          <a:xfrm>
            <a:off x="5519650" y="2014572"/>
            <a:ext cx="6369734" cy="3302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6D9AA4-0A73-9EE6-E240-7DB753FDF38E}"/>
              </a:ext>
            </a:extLst>
          </p:cNvPr>
          <p:cNvSpPr txBox="1"/>
          <p:nvPr/>
        </p:nvSpPr>
        <p:spPr>
          <a:xfrm>
            <a:off x="5466420" y="5394393"/>
            <a:ext cx="6316504" cy="64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Code has been adapted and redacted for presentational proposes</a:t>
            </a:r>
          </a:p>
        </p:txBody>
      </p:sp>
    </p:spTree>
    <p:extLst>
      <p:ext uri="{BB962C8B-B14F-4D97-AF65-F5344CB8AC3E}">
        <p14:creationId xmlns:p14="http://schemas.microsoft.com/office/powerpoint/2010/main" val="97113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3FE7-7CD7-DB86-4226-4E113316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22C7-B444-9440-0B55-D3F3D9A920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Prototype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28E6F4A-900D-AEDD-92FF-F13CAB4AE634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  <p:pic>
        <p:nvPicPr>
          <p:cNvPr id="8" name="Picture 7" descr="A graph of time and time&#10;&#10;AI-generated content may be incorrect.">
            <a:extLst>
              <a:ext uri="{FF2B5EF4-FFF2-40B4-BE49-F238E27FC236}">
                <a16:creationId xmlns:a16="http://schemas.microsoft.com/office/drawing/2014/main" id="{5261BC5B-2350-5F18-6B92-A9F14A8E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46"/>
          <a:stretch>
            <a:fillRect/>
          </a:stretch>
        </p:blipFill>
        <p:spPr>
          <a:xfrm>
            <a:off x="3987061" y="3429000"/>
            <a:ext cx="8038490" cy="2449286"/>
          </a:xfrm>
          <a:prstGeom prst="rect">
            <a:avLst/>
          </a:prstGeom>
        </p:spPr>
      </p:pic>
      <p:pic>
        <p:nvPicPr>
          <p:cNvPr id="9" name="Picture 8" descr="A graph of time and time&#10;&#10;AI-generated content may be incorrect.">
            <a:extLst>
              <a:ext uri="{FF2B5EF4-FFF2-40B4-BE49-F238E27FC236}">
                <a16:creationId xmlns:a16="http://schemas.microsoft.com/office/drawing/2014/main" id="{6354CEF1-0AC4-2143-7883-1073A3C3F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24" t="87733" r="42900" b="721"/>
          <a:stretch>
            <a:fillRect/>
          </a:stretch>
        </p:blipFill>
        <p:spPr>
          <a:xfrm>
            <a:off x="10693139" y="3452344"/>
            <a:ext cx="1332412" cy="330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7F4DB-D551-A0EB-0070-DEB4836B0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49" y="1222502"/>
            <a:ext cx="7628116" cy="24701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3BD5ED-A3F3-65B3-4510-CAB963710FC3}"/>
              </a:ext>
            </a:extLst>
          </p:cNvPr>
          <p:cNvSpPr/>
          <p:nvPr/>
        </p:nvSpPr>
        <p:spPr>
          <a:xfrm>
            <a:off x="6818323" y="339053"/>
            <a:ext cx="582425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0" cap="none" spc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 Data Only</a:t>
            </a:r>
          </a:p>
        </p:txBody>
      </p:sp>
    </p:spTree>
    <p:extLst>
      <p:ext uri="{BB962C8B-B14F-4D97-AF65-F5344CB8AC3E}">
        <p14:creationId xmlns:p14="http://schemas.microsoft.com/office/powerpoint/2010/main" val="130068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FD0D-E891-F902-06DB-04724FB0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04F4-FBA6-BBC2-876B-2E0E18E802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Adaptation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49BF9-5F8B-954C-DA90-75FC937648FD}"/>
              </a:ext>
            </a:extLst>
          </p:cNvPr>
          <p:cNvSpPr txBox="1"/>
          <p:nvPr/>
        </p:nvSpPr>
        <p:spPr>
          <a:xfrm>
            <a:off x="505315" y="1752963"/>
            <a:ext cx="92717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latin typeface="Consolas"/>
              </a:rPr>
              <a:t>We need to provide solutions to restrictions on FDP: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No connectivity with GitHub – Plan to have a milestone snapshot of the open-source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Vendor locking – From the code and files, delineate what is system agonistic or system specific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>
              <a:latin typeface="Consolas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F2602B1-98FE-20BA-2F1B-B80BBC899A94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2995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C626-AA71-ECE9-EE52-ABBA14C8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2831-2A06-B9E7-9EC0-F84E454C01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5316" y="431800"/>
            <a:ext cx="11686684" cy="865188"/>
          </a:xfrm>
        </p:spPr>
        <p:txBody>
          <a:bodyPr>
            <a:normAutofit/>
          </a:bodyPr>
          <a:lstStyle/>
          <a:p>
            <a:r>
              <a:rPr lang="en-GB" sz="3200" b="1">
                <a:latin typeface="Consolas"/>
                <a:cs typeface="Arial"/>
              </a:rPr>
              <a:t>Learnings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0099E-7D84-80B3-4B68-2A507D567C91}"/>
              </a:ext>
            </a:extLst>
          </p:cNvPr>
          <p:cNvSpPr txBox="1"/>
          <p:nvPr/>
        </p:nvSpPr>
        <p:spPr>
          <a:xfrm>
            <a:off x="505315" y="1752963"/>
            <a:ext cx="111913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Adapting to the team workflow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FF0000"/>
                </a:solidFill>
                <a:latin typeface="Consolas"/>
              </a:rPr>
              <a:t>Choosing the correct IDE for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Identify enablers and pain points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FF0000"/>
                </a:solidFill>
                <a:latin typeface="Consolas"/>
              </a:rPr>
              <a:t>Having templates for code development and ringfence time and resources to overcome vendor locking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onsolas"/>
              </a:rPr>
              <a:t>Onboarding and upskilling of colleagues</a:t>
            </a:r>
            <a:endParaRPr lang="en-GB" sz="2800">
              <a:solidFill>
                <a:srgbClr val="FF0000"/>
              </a:solidFill>
              <a:latin typeface="Consola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FF0000"/>
                </a:solidFill>
                <a:latin typeface="Consolas"/>
              </a:rPr>
              <a:t>Having a lighthouse and community of practice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FC4205B-406D-B0B3-AD68-F4A494C67A29}"/>
              </a:ext>
            </a:extLst>
          </p:cNvPr>
          <p:cNvSpPr txBox="1">
            <a:spLocks/>
          </p:cNvSpPr>
          <p:nvPr/>
        </p:nvSpPr>
        <p:spPr>
          <a:xfrm>
            <a:off x="432000" y="6363923"/>
            <a:ext cx="11404154" cy="521510"/>
          </a:xfrm>
          <a:prstGeom prst="rect">
            <a:avLst/>
          </a:prstGeom>
        </p:spPr>
        <p:txBody>
          <a:bodyPr vert="horz" lIns="0" tIns="0" rIns="0" bIns="0" numCol="1" spcCol="432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0931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AB5017-91AB-6F4A-5C01-0BF00AF70DF5}"/>
              </a:ext>
            </a:extLst>
          </p:cNvPr>
          <p:cNvSpPr/>
          <p:nvPr/>
        </p:nvSpPr>
        <p:spPr>
          <a:xfrm>
            <a:off x="724859" y="365126"/>
            <a:ext cx="10515600" cy="127952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236AC6-2F5D-4D20-DDAD-ECF2DFC4E81F}"/>
              </a:ext>
            </a:extLst>
          </p:cNvPr>
          <p:cNvSpPr/>
          <p:nvPr/>
        </p:nvSpPr>
        <p:spPr>
          <a:xfrm>
            <a:off x="310730" y="556591"/>
            <a:ext cx="11399037" cy="92038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A0CA4-F255-A3EF-44AB-DE014EEE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29" y="365125"/>
            <a:ext cx="11431751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Science &amp; Applied AI Team at NHSE</a:t>
            </a:r>
          </a:p>
        </p:txBody>
      </p:sp>
      <p:pic>
        <p:nvPicPr>
          <p:cNvPr id="6" name="Picture 5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57E8B08D-D5AF-716C-412C-89F141DF8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50" y="4023652"/>
            <a:ext cx="456951" cy="4579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197F4C-945A-E891-3B01-B8E50DE6A54D}"/>
              </a:ext>
            </a:extLst>
          </p:cNvPr>
          <p:cNvSpPr txBox="1"/>
          <p:nvPr/>
        </p:nvSpPr>
        <p:spPr>
          <a:xfrm>
            <a:off x="330022" y="2368888"/>
            <a:ext cx="223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Predictive Analytics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BCDF3F-2BBE-2A1C-A4BF-890760906B95}"/>
              </a:ext>
            </a:extLst>
          </p:cNvPr>
          <p:cNvSpPr txBox="1"/>
          <p:nvPr/>
        </p:nvSpPr>
        <p:spPr>
          <a:xfrm>
            <a:off x="330022" y="3520328"/>
            <a:ext cx="2234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Artificial/Synthetic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797ECE-8EF2-2294-CC57-B47548D7EEEF}"/>
              </a:ext>
            </a:extLst>
          </p:cNvPr>
          <p:cNvSpPr txBox="1"/>
          <p:nvPr/>
        </p:nvSpPr>
        <p:spPr>
          <a:xfrm>
            <a:off x="330022" y="4554080"/>
            <a:ext cx="2234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Reproducible Analytical Pipelines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5810A1-5F45-AAB1-EA69-8579D78AF3E2}"/>
              </a:ext>
            </a:extLst>
          </p:cNvPr>
          <p:cNvSpPr txBox="1"/>
          <p:nvPr/>
        </p:nvSpPr>
        <p:spPr>
          <a:xfrm>
            <a:off x="330022" y="5864446"/>
            <a:ext cx="223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Data Linkage</a:t>
            </a:r>
          </a:p>
        </p:txBody>
      </p:sp>
      <p:pic>
        <p:nvPicPr>
          <p:cNvPr id="28" name="Graphic 27" descr="Upward trend with solid fill">
            <a:extLst>
              <a:ext uri="{FF2B5EF4-FFF2-40B4-BE49-F238E27FC236}">
                <a16:creationId xmlns:a16="http://schemas.microsoft.com/office/drawing/2014/main" id="{004B8545-3F28-EA65-41F6-665C301B1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0347" y="1551495"/>
            <a:ext cx="744956" cy="744956"/>
          </a:xfrm>
          <a:prstGeom prst="rect">
            <a:avLst/>
          </a:prstGeom>
        </p:spPr>
      </p:pic>
      <p:pic>
        <p:nvPicPr>
          <p:cNvPr id="36" name="Graphic 35" descr="Link with solid fill">
            <a:extLst>
              <a:ext uri="{FF2B5EF4-FFF2-40B4-BE49-F238E27FC236}">
                <a16:creationId xmlns:a16="http://schemas.microsoft.com/office/drawing/2014/main" id="{84E6E391-7925-E3C9-F911-24021F8CD6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0347" y="5047053"/>
            <a:ext cx="744956" cy="744956"/>
          </a:xfrm>
          <a:prstGeom prst="rect">
            <a:avLst/>
          </a:prstGeom>
        </p:spPr>
      </p:pic>
      <p:pic>
        <p:nvPicPr>
          <p:cNvPr id="50" name="Graphic 49" descr="Test Dummy with solid fill">
            <a:extLst>
              <a:ext uri="{FF2B5EF4-FFF2-40B4-BE49-F238E27FC236}">
                <a16:creationId xmlns:a16="http://schemas.microsoft.com/office/drawing/2014/main" id="{2BE0B7C5-5BA7-802D-3701-073189A188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347" y="2702935"/>
            <a:ext cx="744956" cy="7449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E162CD-D2D5-E32B-DC82-F7DCD9D880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7798" y="5495674"/>
            <a:ext cx="443310" cy="48666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7329ED5-10AF-B0C6-49BE-95ABB8DBD5C2}"/>
              </a:ext>
            </a:extLst>
          </p:cNvPr>
          <p:cNvSpPr txBox="1"/>
          <p:nvPr/>
        </p:nvSpPr>
        <p:spPr>
          <a:xfrm>
            <a:off x="9653780" y="3266321"/>
            <a:ext cx="2013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NLP and LLMs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4D6077-A95F-D6B4-2493-181E34A0046F}"/>
              </a:ext>
            </a:extLst>
          </p:cNvPr>
          <p:cNvSpPr txBox="1"/>
          <p:nvPr/>
        </p:nvSpPr>
        <p:spPr>
          <a:xfrm>
            <a:off x="9623587" y="4077407"/>
            <a:ext cx="207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Research and Emerging Tech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B52B4-D19A-A816-3D32-6D80087E059D}"/>
              </a:ext>
            </a:extLst>
          </p:cNvPr>
          <p:cNvSpPr txBox="1"/>
          <p:nvPr/>
        </p:nvSpPr>
        <p:spPr>
          <a:xfrm>
            <a:off x="9376813" y="2239792"/>
            <a:ext cx="2615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Artificial Intelligence and Machine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704CF-2CFA-C635-51F1-A14FF1090303}"/>
              </a:ext>
            </a:extLst>
          </p:cNvPr>
          <p:cNvSpPr txBox="1"/>
          <p:nvPr/>
        </p:nvSpPr>
        <p:spPr>
          <a:xfrm>
            <a:off x="9623587" y="4970424"/>
            <a:ext cx="207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Methodological 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A2780C-8627-9B8E-1720-6A3A172D398B}"/>
              </a:ext>
            </a:extLst>
          </p:cNvPr>
          <p:cNvSpPr txBox="1"/>
          <p:nvPr/>
        </p:nvSpPr>
        <p:spPr>
          <a:xfrm>
            <a:off x="9588127" y="5910613"/>
            <a:ext cx="207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Data Wrangling</a:t>
            </a:r>
          </a:p>
        </p:txBody>
      </p:sp>
      <p:pic>
        <p:nvPicPr>
          <p:cNvPr id="30" name="Graphic 29" descr="Books with solid fill">
            <a:extLst>
              <a:ext uri="{FF2B5EF4-FFF2-40B4-BE49-F238E27FC236}">
                <a16:creationId xmlns:a16="http://schemas.microsoft.com/office/drawing/2014/main" id="{E4B46E5A-5F6C-48A4-6D33-E1DDFD84B6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46932" y="3502371"/>
            <a:ext cx="646763" cy="646763"/>
          </a:xfrm>
          <a:prstGeom prst="rect">
            <a:avLst/>
          </a:prstGeom>
        </p:spPr>
      </p:pic>
      <p:pic>
        <p:nvPicPr>
          <p:cNvPr id="34" name="Graphic 33" descr="Chat outline">
            <a:extLst>
              <a:ext uri="{FF2B5EF4-FFF2-40B4-BE49-F238E27FC236}">
                <a16:creationId xmlns:a16="http://schemas.microsoft.com/office/drawing/2014/main" id="{A57B9F3A-3D42-E144-874D-55E16249F8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46932" y="2691285"/>
            <a:ext cx="646763" cy="646763"/>
          </a:xfrm>
          <a:prstGeom prst="rect">
            <a:avLst/>
          </a:prstGeom>
        </p:spPr>
      </p:pic>
      <p:pic>
        <p:nvPicPr>
          <p:cNvPr id="38" name="Graphic 37" descr="Robot with solid fill">
            <a:extLst>
              <a:ext uri="{FF2B5EF4-FFF2-40B4-BE49-F238E27FC236}">
                <a16:creationId xmlns:a16="http://schemas.microsoft.com/office/drawing/2014/main" id="{9F365434-DBC6-713E-2F33-9C7D9DC60E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46932" y="1664756"/>
            <a:ext cx="646763" cy="646763"/>
          </a:xfrm>
          <a:prstGeom prst="rect">
            <a:avLst/>
          </a:prstGeom>
        </p:spPr>
      </p:pic>
      <p:pic>
        <p:nvPicPr>
          <p:cNvPr id="52" name="Graphic 51" descr="Rating Star with solid fill">
            <a:extLst>
              <a:ext uri="{FF2B5EF4-FFF2-40B4-BE49-F238E27FC236}">
                <a16:creationId xmlns:a16="http://schemas.microsoft.com/office/drawing/2014/main" id="{116B1015-B2B6-208B-2D60-9D8B48ED22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58228" y="4407866"/>
            <a:ext cx="802451" cy="802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C75606-7969-EA65-AAFE-2A429882C02B}"/>
              </a:ext>
            </a:extLst>
          </p:cNvPr>
          <p:cNvSpPr txBox="1"/>
          <p:nvPr/>
        </p:nvSpPr>
        <p:spPr>
          <a:xfrm>
            <a:off x="338327" y="6426000"/>
            <a:ext cx="11404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  <a:hlinkClick r:id="rId19"/>
              </a:rPr>
              <a:t>datascience@nhs.net</a:t>
            </a:r>
            <a:r>
              <a:rPr lang="en-US" b="1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		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            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  <a:hlinkClick r:id="rId20"/>
              </a:rPr>
              <a:t>https://nhsengland.github.io/datascience/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BD804E-9800-DD37-279C-0A0B3D383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002" y="4930125"/>
            <a:ext cx="1263137" cy="128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46405"/>
      </p:ext>
    </p:extLst>
  </p:cSld>
  <p:clrMapOvr>
    <a:masterClrMapping/>
  </p:clrMapOvr>
</p:sld>
</file>

<file path=ppt/theme/theme1.xml><?xml version="1.0" encoding="utf-8"?>
<a:theme xmlns:a="http://schemas.openxmlformats.org/drawingml/2006/main" name="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D-PPT-Template-Refresh_NOV2020-B" id="{06B772CD-B1AE-2743-BE7F-0BA8B46714EA}" vid="{16F65E12-3586-BC44-90B1-43C17D3850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5673F6E57A5E458CE298BED8B487C1" ma:contentTypeVersion="61" ma:contentTypeDescription="Create a new document." ma:contentTypeScope="" ma:versionID="cc5b16f2f495fb26d5a2d6b59b79f9ed">
  <xsd:schema xmlns:xsd="http://www.w3.org/2001/XMLSchema" xmlns:xs="http://www.w3.org/2001/XMLSchema" xmlns:p="http://schemas.microsoft.com/office/2006/metadata/properties" xmlns:ns1="http://schemas.microsoft.com/sharepoint/v3" xmlns:ns2="ecb58e9d-163d-4098-bc0f-bfe62653b38b" xmlns:ns3="8065b52f-84d6-4228-8b43-5334e3314213" targetNamespace="http://schemas.microsoft.com/office/2006/metadata/properties" ma:root="true" ma:fieldsID="f1ad11a27d36b762d5e853f83ec10ea8" ns1:_="" ns2:_="" ns3:_="">
    <xsd:import namespace="http://schemas.microsoft.com/sharepoint/v3"/>
    <xsd:import namespace="ecb58e9d-163d-4098-bc0f-bfe62653b38b"/>
    <xsd:import namespace="8065b52f-84d6-4228-8b43-5334e3314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Author0" minOccurs="0"/>
                <xsd:element ref="ns2:Completed" minOccurs="0"/>
                <xsd:element ref="ns1:_ip_UnifiedCompliancePolicyProperties" minOccurs="0"/>
                <xsd:element ref="ns1:_ip_UnifiedCompliancePolicyUIAction" minOccurs="0"/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58e9d-163d-4098-bc0f-bfe62653b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Author0" ma:index="19" nillable="true" ma:displayName="Author" ma:list="UserInfo" ma:SharePointGroup="0" ma:internalName="Author0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mpleted" ma:index="20" nillable="true" ma:displayName="Completed" ma:default="[today]" ma:format="DateOnly" ma:internalName="Completed" ma:readOnly="false">
      <xsd:simpleType>
        <xsd:restriction base="dms:DateTime"/>
      </xsd:simpleType>
    </xsd:element>
    <xsd:element name="MigrationWizId" ma:index="24" nillable="true" ma:displayName="MigrationWizId" ma:internalName="MigrationWizId">
      <xsd:simpleType>
        <xsd:restriction base="dms:Text"/>
      </xsd:simpleType>
    </xsd:element>
    <xsd:element name="MigrationWizIdPermissions" ma:index="25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26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27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28" nillable="true" ma:displayName="MigrationWizIdSecurityGroups" ma:internalName="MigrationWizIdSecurityGroups">
      <xsd:simpleType>
        <xsd:restriction base="dms:Text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32" nillable="true" ma:displayName="Status" ma:format="Dropdown" ma:internalName="Statu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chived"/>
                    <xsd:enumeration value="Actions done"/>
                    <xsd:enumeration value="Live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65b52f-84d6-4228-8b43-5334e331421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de72abd-e642-4e65-a327-0c2b59fd1d24}" ma:internalName="TaxCatchAll" ma:showField="CatchAllData" ma:web="8065b52f-84d6-4228-8b43-5334e33142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Author0 xmlns="ecb58e9d-163d-4098-bc0f-bfe62653b38b">
      <UserInfo>
        <DisplayName/>
        <AccountId xsi:nil="true"/>
        <AccountType/>
      </UserInfo>
    </Author0>
    <MigrationWizIdDocumentLibraryPermissions xmlns="ecb58e9d-163d-4098-bc0f-bfe62653b38b" xsi:nil="true"/>
    <MigrationWizIdSecurityGroups xmlns="ecb58e9d-163d-4098-bc0f-bfe62653b38b" xsi:nil="true"/>
    <lcf76f155ced4ddcb4097134ff3c332f xmlns="ecb58e9d-163d-4098-bc0f-bfe62653b38b">
      <Terms xmlns="http://schemas.microsoft.com/office/infopath/2007/PartnerControls"/>
    </lcf76f155ced4ddcb4097134ff3c332f>
    <Completed xmlns="ecb58e9d-163d-4098-bc0f-bfe62653b38b">2025-02-18T09:48:11+00:00</Completed>
    <_ip_UnifiedCompliancePolicyProperties xmlns="http://schemas.microsoft.com/sharepoint/v3" xsi:nil="true"/>
    <MigrationWizIdPermissions xmlns="ecb58e9d-163d-4098-bc0f-bfe62653b38b" xsi:nil="true"/>
    <MigrationWizIdPermissionLevels xmlns="ecb58e9d-163d-4098-bc0f-bfe62653b38b" xsi:nil="true"/>
    <TaxCatchAll xmlns="8065b52f-84d6-4228-8b43-5334e3314213" xsi:nil="true"/>
    <MigrationWizId xmlns="ecb58e9d-163d-4098-bc0f-bfe62653b38b" xsi:nil="true"/>
    <Status xmlns="ecb58e9d-163d-4098-bc0f-bfe62653b3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CE1879-0F30-4978-850F-AA70088AF412}">
  <ds:schemaRefs>
    <ds:schemaRef ds:uri="8065b52f-84d6-4228-8b43-5334e3314213"/>
    <ds:schemaRef ds:uri="ecb58e9d-163d-4098-bc0f-bfe62653b3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EBDEFD-104C-4BB9-A434-1FC76528930E}">
  <ds:schemaRefs>
    <ds:schemaRef ds:uri="8065b52f-84d6-4228-8b43-5334e3314213"/>
    <ds:schemaRef ds:uri="ecb58e9d-163d-4098-bc0f-bfe62653b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222D70-CDAD-4AF6-BEF2-6A061C43074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504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Proxima Nova</vt:lpstr>
      <vt:lpstr>NHSD-Refresh-Theme-NOV1120B</vt:lpstr>
      <vt:lpstr>Learnings from implementing machine learning models on NHS Federated Data Platform for predicting operational pressures escalation levels.</vt:lpstr>
      <vt:lpstr>Operational Pressures Escalation Levels (OPEL)</vt:lpstr>
      <vt:lpstr>NHS Federated Data Platform (FDP)</vt:lpstr>
      <vt:lpstr>Why do we need to look at the platform?</vt:lpstr>
      <vt:lpstr>Principles, Build Strategy &amp; Requirements</vt:lpstr>
      <vt:lpstr>FDP – Scoping the Tools</vt:lpstr>
      <vt:lpstr>Workflow</vt:lpstr>
      <vt:lpstr>FDP – Code Repositories</vt:lpstr>
      <vt:lpstr>Prototype</vt:lpstr>
      <vt:lpstr>Adaptation</vt:lpstr>
      <vt:lpstr>Learnings</vt:lpstr>
      <vt:lpstr>Data Science &amp; Applied AI Team at NHSE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Beacons in the fog</dc:title>
  <dc:creator>PEARSON, Jonathan (NHS ENGLAND – X24)</dc:creator>
  <cp:lastModifiedBy>QUAN, Kenneth (NHS ENGLAND)</cp:lastModifiedBy>
  <cp:revision>1</cp:revision>
  <dcterms:created xsi:type="dcterms:W3CDTF">2024-03-21T10:29:40Z</dcterms:created>
  <dcterms:modified xsi:type="dcterms:W3CDTF">2025-11-17T17:14:13Z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0x010100A45673F6E57A5E458CE298BED8B487C1</vt:lpwstr>
  </property>
  <property fmtid="{D5CDD505-2E9C-101B-9397-08002B2CF9AE}" pid="3" name="MediaServiceImageTags">
    <vt:lpwstr/>
  </property>
</Properties>
</file>