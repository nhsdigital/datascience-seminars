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5"/>
  </p:sldMasterIdLst>
  <p:notesMasterIdLst>
    <p:notesMasterId r:id="rId15"/>
  </p:notesMasterIdLst>
  <p:sldIdLst>
    <p:sldId id="1923" r:id="rId6"/>
    <p:sldId id="2145707269" r:id="rId7"/>
    <p:sldId id="2145707271" r:id="rId8"/>
    <p:sldId id="2145707270" r:id="rId9"/>
    <p:sldId id="2145707274" r:id="rId10"/>
    <p:sldId id="2145707275" r:id="rId11"/>
    <p:sldId id="2145707272" r:id="rId12"/>
    <p:sldId id="2145707281" r:id="rId13"/>
    <p:sldId id="2145707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h Wilkinson" initials="SW" lastIdx="1" clrIdx="0">
    <p:extLst>
      <p:ext uri="{19B8F6BF-5375-455C-9EA6-DF929625EA0E}">
        <p15:presenceInfo xmlns:p15="http://schemas.microsoft.com/office/powerpoint/2012/main" userId="1186059c3be801a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8F8"/>
    <a:srgbClr val="E9EDEE"/>
    <a:srgbClr val="FAFAFA"/>
    <a:srgbClr val="FAE000"/>
    <a:srgbClr val="919EA8"/>
    <a:srgbClr val="0356B5"/>
    <a:srgbClr val="02257A"/>
    <a:srgbClr val="CCDFF0"/>
    <a:srgbClr val="BFD5E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04" autoAdjust="0"/>
    <p:restoredTop sz="86448" autoAdjust="0"/>
  </p:normalViewPr>
  <p:slideViewPr>
    <p:cSldViewPr snapToGrid="0">
      <p:cViewPr varScale="1">
        <p:scale>
          <a:sx n="111" d="100"/>
          <a:sy n="111" d="100"/>
        </p:scale>
        <p:origin x="378" y="96"/>
      </p:cViewPr>
      <p:guideLst/>
    </p:cSldViewPr>
  </p:slideViewPr>
  <p:outlineViewPr>
    <p:cViewPr>
      <p:scale>
        <a:sx n="33" d="100"/>
        <a:sy n="33" d="100"/>
      </p:scale>
      <p:origin x="0" y="-1642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AN, Kenneth (NHS ENGLAND)" userId="95065793-f978-4ba4-bbf9-569df750104a" providerId="ADAL" clId="{314DC861-081D-4D43-B8AE-4D73C31C07D7}"/>
    <pc:docChg chg="modSld">
      <pc:chgData name="QUAN, Kenneth (NHS ENGLAND)" userId="95065793-f978-4ba4-bbf9-569df750104a" providerId="ADAL" clId="{314DC861-081D-4D43-B8AE-4D73C31C07D7}" dt="2026-06-18T14:46:03.888" v="58" actId="20577"/>
      <pc:docMkLst>
        <pc:docMk/>
      </pc:docMkLst>
      <pc:sldChg chg="modSp mod">
        <pc:chgData name="QUAN, Kenneth (NHS ENGLAND)" userId="95065793-f978-4ba4-bbf9-569df750104a" providerId="ADAL" clId="{314DC861-081D-4D43-B8AE-4D73C31C07D7}" dt="2026-06-18T14:46:03.888" v="58" actId="20577"/>
        <pc:sldMkLst>
          <pc:docMk/>
          <pc:sldMk cId="230310781" sldId="2145707269"/>
        </pc:sldMkLst>
        <pc:spChg chg="mod">
          <ac:chgData name="QUAN, Kenneth (NHS ENGLAND)" userId="95065793-f978-4ba4-bbf9-569df750104a" providerId="ADAL" clId="{314DC861-081D-4D43-B8AE-4D73C31C07D7}" dt="2026-06-18T14:46:03.888" v="58" actId="20577"/>
          <ac:spMkLst>
            <pc:docMk/>
            <pc:sldMk cId="230310781" sldId="2145707269"/>
            <ac:spMk id="54" creationId="{C8DE7AD2-D274-4121-A246-2F79C9BD3400}"/>
          </ac:spMkLst>
        </pc:spChg>
      </pc:sldChg>
      <pc:sldChg chg="modSp mod">
        <pc:chgData name="QUAN, Kenneth (NHS ENGLAND)" userId="95065793-f978-4ba4-bbf9-569df750104a" providerId="ADAL" clId="{314DC861-081D-4D43-B8AE-4D73C31C07D7}" dt="2026-06-02T08:39:49.389" v="53" actId="20577"/>
        <pc:sldMkLst>
          <pc:docMk/>
          <pc:sldMk cId="3686196430" sldId="2145707272"/>
        </pc:sldMkLst>
        <pc:spChg chg="mod">
          <ac:chgData name="QUAN, Kenneth (NHS ENGLAND)" userId="95065793-f978-4ba4-bbf9-569df750104a" providerId="ADAL" clId="{314DC861-081D-4D43-B8AE-4D73C31C07D7}" dt="2026-06-02T08:39:49.389" v="53" actId="20577"/>
          <ac:spMkLst>
            <pc:docMk/>
            <pc:sldMk cId="3686196430" sldId="2145707272"/>
            <ac:spMk id="23" creationId="{6317C261-60AA-A38B-DB36-09BCCF8071C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ED4C3-48B6-4E4A-9B0F-8051E56348DC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EC7EF-95E1-3D44-A982-BC7A3E9C61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633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Standard 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756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2098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484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Connect with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4EC7EF-95E1-3D44-A982-BC7A3E9C617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0159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on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74A26B3-AA54-E4E3-F815-2DD0B5B502BC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054BE-B63C-B248-A010-D04767679C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000" y="1948249"/>
            <a:ext cx="9723474" cy="140931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6000" b="1" spc="-3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3AB80-4EA2-FC4A-9654-92EF4DFF4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00" y="3447600"/>
            <a:ext cx="7973051" cy="102496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30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0857E-40D1-074A-8CBC-E3E38E69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002280" cy="365125"/>
          </a:xfrm>
          <a:prstGeom prst="rect">
            <a:avLst/>
          </a:prstGeom>
        </p:spPr>
        <p:txBody>
          <a:bodyPr/>
          <a:lstStyle/>
          <a:p>
            <a:fld id="{B8B67EA4-DCE3-FB49-A794-A4595EF638BC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1DEB39-6B31-D948-AF21-75D8DF423B1B}"/>
              </a:ext>
            </a:extLst>
          </p:cNvPr>
          <p:cNvSpPr txBox="1"/>
          <p:nvPr userDrawn="1"/>
        </p:nvSpPr>
        <p:spPr>
          <a:xfrm>
            <a:off x="3225114" y="60177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8E63D1E-5669-124C-90CA-03B13A7D7A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5760000"/>
            <a:ext cx="6259513" cy="4889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357188" indent="0">
              <a:buNone/>
              <a:defRPr>
                <a:solidFill>
                  <a:schemeClr val="accent2"/>
                </a:solidFill>
              </a:defRPr>
            </a:lvl2pPr>
            <a:lvl3pPr marL="714375" indent="0">
              <a:buNone/>
              <a:defRPr>
                <a:solidFill>
                  <a:schemeClr val="accent2"/>
                </a:solidFill>
              </a:defRPr>
            </a:lvl3pPr>
            <a:lvl4pPr marL="1081087" indent="0">
              <a:buNone/>
              <a:defRPr>
                <a:solidFill>
                  <a:schemeClr val="accent2"/>
                </a:solidFill>
              </a:defRPr>
            </a:lvl4pPr>
            <a:lvl5pPr marL="1438275" indent="0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2A1D7-0D87-D844-942F-FEAD20579184}"/>
              </a:ext>
            </a:extLst>
          </p:cNvPr>
          <p:cNvSpPr txBox="1"/>
          <p:nvPr userDrawn="1"/>
        </p:nvSpPr>
        <p:spPr>
          <a:xfrm>
            <a:off x="9233452" y="5486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2CA8EB1-844B-0746-8F54-686C6D7EB09C}"/>
              </a:ext>
            </a:extLst>
          </p:cNvPr>
          <p:cNvGrpSpPr/>
          <p:nvPr userDrawn="1"/>
        </p:nvGrpSpPr>
        <p:grpSpPr>
          <a:xfrm>
            <a:off x="6064133" y="1974899"/>
            <a:ext cx="6199146" cy="4989799"/>
            <a:chOff x="6064133" y="1974899"/>
            <a:chExt cx="6199146" cy="498979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66560E2-06D5-2242-97C6-BDDF9000B40E}"/>
                </a:ext>
              </a:extLst>
            </p:cNvPr>
            <p:cNvGrpSpPr/>
            <p:nvPr userDrawn="1"/>
          </p:nvGrpSpPr>
          <p:grpSpPr>
            <a:xfrm>
              <a:off x="9837041" y="3300746"/>
              <a:ext cx="1654589" cy="1883570"/>
              <a:chOff x="9491639" y="1569442"/>
              <a:chExt cx="1391198" cy="1583728"/>
            </a:xfrm>
          </p:grpSpPr>
          <p:sp>
            <p:nvSpPr>
              <p:cNvPr id="7" name="Diamond 6">
                <a:extLst>
                  <a:ext uri="{FF2B5EF4-FFF2-40B4-BE49-F238E27FC236}">
                    <a16:creationId xmlns:a16="http://schemas.microsoft.com/office/drawing/2014/main" id="{815AF096-1C35-274E-BA7B-192369D42575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rgbClr val="CCDE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Diamond 13">
                <a:extLst>
                  <a:ext uri="{FF2B5EF4-FFF2-40B4-BE49-F238E27FC236}">
                    <a16:creationId xmlns:a16="http://schemas.microsoft.com/office/drawing/2014/main" id="{1AF98219-B2F9-6942-8586-871DCDB93BD0}"/>
                  </a:ext>
                </a:extLst>
              </p:cNvPr>
              <p:cNvSpPr/>
              <p:nvPr userDrawn="1"/>
            </p:nvSpPr>
            <p:spPr>
              <a:xfrm rot="18000000">
                <a:off x="9860437" y="2130769"/>
                <a:ext cx="1296000" cy="748800"/>
              </a:xfrm>
              <a:prstGeom prst="diamond">
                <a:avLst/>
              </a:prstGeom>
              <a:solidFill>
                <a:srgbClr val="B2CEE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Diamond 14">
                <a:extLst>
                  <a:ext uri="{FF2B5EF4-FFF2-40B4-BE49-F238E27FC236}">
                    <a16:creationId xmlns:a16="http://schemas.microsoft.com/office/drawing/2014/main" id="{F86D35C4-A6C7-D044-BD88-486E51217256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rgbClr val="BFD5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7646B1-E157-0947-8AD1-8B7B2A4E634B}"/>
                </a:ext>
              </a:extLst>
            </p:cNvPr>
            <p:cNvGrpSpPr/>
            <p:nvPr userDrawn="1"/>
          </p:nvGrpSpPr>
          <p:grpSpPr>
            <a:xfrm>
              <a:off x="10608658" y="1974899"/>
              <a:ext cx="1654589" cy="1883570"/>
              <a:chOff x="9491639" y="1569442"/>
              <a:chExt cx="1391198" cy="1583728"/>
            </a:xfrm>
          </p:grpSpPr>
          <p:sp>
            <p:nvSpPr>
              <p:cNvPr id="17" name="Diamond 16">
                <a:extLst>
                  <a:ext uri="{FF2B5EF4-FFF2-40B4-BE49-F238E27FC236}">
                    <a16:creationId xmlns:a16="http://schemas.microsoft.com/office/drawing/2014/main" id="{1526A8B6-C3C1-364D-B554-7D635ECEAD8D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rgbClr val="FAFA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Diamond 17">
                <a:extLst>
                  <a:ext uri="{FF2B5EF4-FFF2-40B4-BE49-F238E27FC236}">
                    <a16:creationId xmlns:a16="http://schemas.microsoft.com/office/drawing/2014/main" id="{AEE85E33-77E3-4946-802B-79E8D9538E55}"/>
                  </a:ext>
                </a:extLst>
              </p:cNvPr>
              <p:cNvSpPr/>
              <p:nvPr userDrawn="1"/>
            </p:nvSpPr>
            <p:spPr>
              <a:xfrm rot="18000000">
                <a:off x="9860437" y="2130769"/>
                <a:ext cx="1296000" cy="748800"/>
              </a:xfrm>
              <a:prstGeom prst="diamond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Diamond 18">
                <a:extLst>
                  <a:ext uri="{FF2B5EF4-FFF2-40B4-BE49-F238E27FC236}">
                    <a16:creationId xmlns:a16="http://schemas.microsoft.com/office/drawing/2014/main" id="{135213B4-BBF0-E441-8534-CBCCAD9CCED8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0CF6AA6-A3A8-7048-B6D9-B0563CF36D7C}"/>
                </a:ext>
              </a:extLst>
            </p:cNvPr>
            <p:cNvGrpSpPr/>
            <p:nvPr userDrawn="1"/>
          </p:nvGrpSpPr>
          <p:grpSpPr>
            <a:xfrm>
              <a:off x="8305790" y="4194936"/>
              <a:ext cx="1597978" cy="1883570"/>
              <a:chOff x="9491639" y="1569442"/>
              <a:chExt cx="1343599" cy="1583728"/>
            </a:xfrm>
          </p:grpSpPr>
          <p:sp>
            <p:nvSpPr>
              <p:cNvPr id="21" name="Diamond 20">
                <a:extLst>
                  <a:ext uri="{FF2B5EF4-FFF2-40B4-BE49-F238E27FC236}">
                    <a16:creationId xmlns:a16="http://schemas.microsoft.com/office/drawing/2014/main" id="{0EAF7F5F-DAD9-ED46-A3DC-A3C7BF463E37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Diamond 22">
                <a:extLst>
                  <a:ext uri="{FF2B5EF4-FFF2-40B4-BE49-F238E27FC236}">
                    <a16:creationId xmlns:a16="http://schemas.microsoft.com/office/drawing/2014/main" id="{F5C92EE8-C553-7B42-B4AA-A8558D4261CE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rgbClr val="022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CC1A595-CF8F-8C45-87A9-108D8098AACE}"/>
                </a:ext>
              </a:extLst>
            </p:cNvPr>
            <p:cNvGrpSpPr/>
            <p:nvPr userDrawn="1"/>
          </p:nvGrpSpPr>
          <p:grpSpPr>
            <a:xfrm>
              <a:off x="9837108" y="5081128"/>
              <a:ext cx="1654589" cy="1883570"/>
              <a:chOff x="9491639" y="1569442"/>
              <a:chExt cx="1391198" cy="1583728"/>
            </a:xfrm>
          </p:grpSpPr>
          <p:sp>
            <p:nvSpPr>
              <p:cNvPr id="25" name="Diamond 24">
                <a:extLst>
                  <a:ext uri="{FF2B5EF4-FFF2-40B4-BE49-F238E27FC236}">
                    <a16:creationId xmlns:a16="http://schemas.microsoft.com/office/drawing/2014/main" id="{20F6FC81-7A33-EE40-ABEE-FAD06932CC84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Diamond 25">
                <a:extLst>
                  <a:ext uri="{FF2B5EF4-FFF2-40B4-BE49-F238E27FC236}">
                    <a16:creationId xmlns:a16="http://schemas.microsoft.com/office/drawing/2014/main" id="{7279BDA8-4E81-BD47-AEDF-6E2B8647F2AC}"/>
                  </a:ext>
                </a:extLst>
              </p:cNvPr>
              <p:cNvSpPr/>
              <p:nvPr userDrawn="1"/>
            </p:nvSpPr>
            <p:spPr>
              <a:xfrm rot="18000000">
                <a:off x="9860437" y="2130769"/>
                <a:ext cx="1296000" cy="748800"/>
              </a:xfrm>
              <a:prstGeom prst="diamond">
                <a:avLst/>
              </a:prstGeom>
              <a:solidFill>
                <a:srgbClr val="0356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Diamond 26">
                <a:extLst>
                  <a:ext uri="{FF2B5EF4-FFF2-40B4-BE49-F238E27FC236}">
                    <a16:creationId xmlns:a16="http://schemas.microsoft.com/office/drawing/2014/main" id="{230D5ED3-5413-304F-A64B-54900E5982BE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39C0919-D090-004F-85B6-38A4371C138D}"/>
                </a:ext>
              </a:extLst>
            </p:cNvPr>
            <p:cNvGrpSpPr/>
            <p:nvPr userDrawn="1"/>
          </p:nvGrpSpPr>
          <p:grpSpPr>
            <a:xfrm>
              <a:off x="10665301" y="4634062"/>
              <a:ext cx="1597978" cy="1883569"/>
              <a:chOff x="9539238" y="1569442"/>
              <a:chExt cx="1343599" cy="1583727"/>
            </a:xfrm>
          </p:grpSpPr>
          <p:sp>
            <p:nvSpPr>
              <p:cNvPr id="29" name="Diamond 28">
                <a:extLst>
                  <a:ext uri="{FF2B5EF4-FFF2-40B4-BE49-F238E27FC236}">
                    <a16:creationId xmlns:a16="http://schemas.microsoft.com/office/drawing/2014/main" id="{8DAD809D-6715-A644-9BED-290E0E2570D2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rgbClr val="FAE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Diamond 29">
                <a:extLst>
                  <a:ext uri="{FF2B5EF4-FFF2-40B4-BE49-F238E27FC236}">
                    <a16:creationId xmlns:a16="http://schemas.microsoft.com/office/drawing/2014/main" id="{260F1D2C-EEFC-1941-823B-573CBFD1DE2C}"/>
                  </a:ext>
                </a:extLst>
              </p:cNvPr>
              <p:cNvSpPr/>
              <p:nvPr userDrawn="1"/>
            </p:nvSpPr>
            <p:spPr>
              <a:xfrm rot="18000000">
                <a:off x="9860437" y="2130769"/>
                <a:ext cx="1296000" cy="748800"/>
              </a:xfrm>
              <a:prstGeom prst="diamond">
                <a:avLst/>
              </a:prstGeom>
              <a:solidFill>
                <a:srgbClr val="EDC8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C3C5462-773A-3D4C-AEB4-198DABA47EBE}"/>
                </a:ext>
              </a:extLst>
            </p:cNvPr>
            <p:cNvGrpSpPr/>
            <p:nvPr userDrawn="1"/>
          </p:nvGrpSpPr>
          <p:grpSpPr>
            <a:xfrm>
              <a:off x="9073404" y="4636215"/>
              <a:ext cx="1597978" cy="1883570"/>
              <a:chOff x="9491639" y="1569442"/>
              <a:chExt cx="1343599" cy="1583728"/>
            </a:xfrm>
          </p:grpSpPr>
          <p:sp>
            <p:nvSpPr>
              <p:cNvPr id="33" name="Diamond 32">
                <a:extLst>
                  <a:ext uri="{FF2B5EF4-FFF2-40B4-BE49-F238E27FC236}">
                    <a16:creationId xmlns:a16="http://schemas.microsoft.com/office/drawing/2014/main" id="{FE9734B0-9565-734C-9D18-6E9E6F0E3021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rgbClr val="FAFA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Diamond 34">
                <a:extLst>
                  <a:ext uri="{FF2B5EF4-FFF2-40B4-BE49-F238E27FC236}">
                    <a16:creationId xmlns:a16="http://schemas.microsoft.com/office/drawing/2014/main" id="{79EA4300-D014-E842-A6D5-7ED96F0FE47A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CE28DAA9-CC64-7044-BD07-BFC52398D4E5}"/>
                </a:ext>
              </a:extLst>
            </p:cNvPr>
            <p:cNvSpPr/>
            <p:nvPr userDrawn="1"/>
          </p:nvSpPr>
          <p:spPr>
            <a:xfrm>
              <a:off x="9132454" y="6414689"/>
              <a:ext cx="1541368" cy="457926"/>
            </a:xfrm>
            <a:custGeom>
              <a:avLst/>
              <a:gdLst>
                <a:gd name="connsiteX0" fmla="*/ 770684 w 1541368"/>
                <a:gd name="connsiteY0" fmla="*/ 0 h 457926"/>
                <a:gd name="connsiteX1" fmla="*/ 1541368 w 1541368"/>
                <a:gd name="connsiteY1" fmla="*/ 445284 h 457926"/>
                <a:gd name="connsiteX2" fmla="*/ 1519488 w 1541368"/>
                <a:gd name="connsiteY2" fmla="*/ 457926 h 457926"/>
                <a:gd name="connsiteX3" fmla="*/ 21880 w 1541368"/>
                <a:gd name="connsiteY3" fmla="*/ 457926 h 457926"/>
                <a:gd name="connsiteX4" fmla="*/ 0 w 1541368"/>
                <a:gd name="connsiteY4" fmla="*/ 445284 h 457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1368" h="457926">
                  <a:moveTo>
                    <a:pt x="770684" y="0"/>
                  </a:moveTo>
                  <a:lnTo>
                    <a:pt x="1541368" y="445284"/>
                  </a:lnTo>
                  <a:lnTo>
                    <a:pt x="1519488" y="457926"/>
                  </a:lnTo>
                  <a:lnTo>
                    <a:pt x="21880" y="457926"/>
                  </a:lnTo>
                  <a:lnTo>
                    <a:pt x="0" y="4452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9AA6F7F-1E87-DC4B-B09C-B027492BC191}"/>
                </a:ext>
              </a:extLst>
            </p:cNvPr>
            <p:cNvSpPr/>
            <p:nvPr userDrawn="1"/>
          </p:nvSpPr>
          <p:spPr>
            <a:xfrm>
              <a:off x="7605886" y="6418762"/>
              <a:ext cx="1520438" cy="439238"/>
            </a:xfrm>
            <a:custGeom>
              <a:avLst/>
              <a:gdLst>
                <a:gd name="connsiteX0" fmla="*/ 760219 w 1520438"/>
                <a:gd name="connsiteY0" fmla="*/ 0 h 439238"/>
                <a:gd name="connsiteX1" fmla="*/ 1520438 w 1520438"/>
                <a:gd name="connsiteY1" fmla="*/ 439238 h 439238"/>
                <a:gd name="connsiteX2" fmla="*/ 0 w 1520438"/>
                <a:gd name="connsiteY2" fmla="*/ 439238 h 43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0438" h="439238">
                  <a:moveTo>
                    <a:pt x="760219" y="0"/>
                  </a:moveTo>
                  <a:lnTo>
                    <a:pt x="1520438" y="439238"/>
                  </a:lnTo>
                  <a:lnTo>
                    <a:pt x="0" y="439238"/>
                  </a:lnTo>
                  <a:close/>
                </a:path>
              </a:pathLst>
            </a:custGeom>
            <a:solidFill>
              <a:srgbClr val="CCDE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370B95CD-D3DC-8941-9091-2634539AC74F}"/>
                </a:ext>
              </a:extLst>
            </p:cNvPr>
            <p:cNvSpPr/>
            <p:nvPr userDrawn="1"/>
          </p:nvSpPr>
          <p:spPr>
            <a:xfrm>
              <a:off x="6064133" y="6414690"/>
              <a:ext cx="1534538" cy="443311"/>
            </a:xfrm>
            <a:custGeom>
              <a:avLst/>
              <a:gdLst>
                <a:gd name="connsiteX0" fmla="*/ 767269 w 1534538"/>
                <a:gd name="connsiteY0" fmla="*/ 0 h 443311"/>
                <a:gd name="connsiteX1" fmla="*/ 1534538 w 1534538"/>
                <a:gd name="connsiteY1" fmla="*/ 443311 h 443311"/>
                <a:gd name="connsiteX2" fmla="*/ 0 w 1534538"/>
                <a:gd name="connsiteY2" fmla="*/ 443311 h 443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4538" h="443311">
                  <a:moveTo>
                    <a:pt x="767269" y="0"/>
                  </a:moveTo>
                  <a:lnTo>
                    <a:pt x="1534538" y="443311"/>
                  </a:lnTo>
                  <a:lnTo>
                    <a:pt x="0" y="44331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</p:grpSp>
      <p:pic>
        <p:nvPicPr>
          <p:cNvPr id="5" name="Picture 4" descr="NHS England logo">
            <a:extLst>
              <a:ext uri="{FF2B5EF4-FFF2-40B4-BE49-F238E27FC236}">
                <a16:creationId xmlns:a16="http://schemas.microsoft.com/office/drawing/2014/main" id="{F841B9C9-1074-7426-D462-FD9FE3494C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1312" y="-71382"/>
            <a:ext cx="2633084" cy="217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4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ing, content, basic text one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32DDCA5-A307-96EA-64A8-CCBA8E5F6393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2708" y="2106000"/>
            <a:ext cx="7632000" cy="40264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CA3D7C-EA8C-5A4E-9010-4AC84C6EA52F}"/>
              </a:ext>
            </a:extLst>
          </p:cNvPr>
          <p:cNvCxnSpPr/>
          <p:nvPr userDrawn="1"/>
        </p:nvCxnSpPr>
        <p:spPr>
          <a:xfrm>
            <a:off x="432000" y="324000"/>
            <a:ext cx="432118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con&#10;&#10;Description automatically generated with medium confidence">
            <a:extLst>
              <a:ext uri="{FF2B5EF4-FFF2-40B4-BE49-F238E27FC236}">
                <a16:creationId xmlns:a16="http://schemas.microsoft.com/office/drawing/2014/main" id="{25B76462-9988-504D-BEEB-4D901B000C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45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mple-Icons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CA3D7C-EA8C-5A4E-9010-4AC84C6EA52F}"/>
              </a:ext>
            </a:extLst>
          </p:cNvPr>
          <p:cNvCxnSpPr/>
          <p:nvPr userDrawn="1"/>
        </p:nvCxnSpPr>
        <p:spPr>
          <a:xfrm>
            <a:off x="432000" y="324000"/>
            <a:ext cx="432118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con&#10;&#10;Description automatically generated with medium confidence">
            <a:extLst>
              <a:ext uri="{FF2B5EF4-FFF2-40B4-BE49-F238E27FC236}">
                <a16:creationId xmlns:a16="http://schemas.microsoft.com/office/drawing/2014/main" id="{25B76462-9988-504D-BEEB-4D901B000C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741F68A-44AA-5742-B124-91614CFD14BB}"/>
              </a:ext>
            </a:extLst>
          </p:cNvPr>
          <p:cNvSpPr/>
          <p:nvPr userDrawn="1"/>
        </p:nvSpPr>
        <p:spPr>
          <a:xfrm>
            <a:off x="383058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68E66E-4300-C34D-B490-E2E6A73E585A}"/>
              </a:ext>
            </a:extLst>
          </p:cNvPr>
          <p:cNvSpPr/>
          <p:nvPr userDrawn="1"/>
        </p:nvSpPr>
        <p:spPr>
          <a:xfrm>
            <a:off x="383058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37980B-A75B-014B-A7A8-965882204640}"/>
              </a:ext>
            </a:extLst>
          </p:cNvPr>
          <p:cNvSpPr/>
          <p:nvPr userDrawn="1"/>
        </p:nvSpPr>
        <p:spPr>
          <a:xfrm>
            <a:off x="1534525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B5FF7D-C2EF-9E4C-A4CF-A835052E5DF8}"/>
              </a:ext>
            </a:extLst>
          </p:cNvPr>
          <p:cNvSpPr/>
          <p:nvPr userDrawn="1"/>
        </p:nvSpPr>
        <p:spPr>
          <a:xfrm>
            <a:off x="2685992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7481C1-F4F0-BE4E-B991-152BB9620270}"/>
              </a:ext>
            </a:extLst>
          </p:cNvPr>
          <p:cNvSpPr/>
          <p:nvPr userDrawn="1"/>
        </p:nvSpPr>
        <p:spPr>
          <a:xfrm>
            <a:off x="3837459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BC860F-BE8A-634D-9A96-33CE6D96B9F0}"/>
              </a:ext>
            </a:extLst>
          </p:cNvPr>
          <p:cNvSpPr/>
          <p:nvPr userDrawn="1"/>
        </p:nvSpPr>
        <p:spPr>
          <a:xfrm>
            <a:off x="4988926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A913FF-786C-1944-BF18-E9AB064B3444}"/>
              </a:ext>
            </a:extLst>
          </p:cNvPr>
          <p:cNvSpPr/>
          <p:nvPr userDrawn="1"/>
        </p:nvSpPr>
        <p:spPr>
          <a:xfrm>
            <a:off x="6140393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22D839-E390-8340-B649-B4FC5A6CFD70}"/>
              </a:ext>
            </a:extLst>
          </p:cNvPr>
          <p:cNvSpPr/>
          <p:nvPr userDrawn="1"/>
        </p:nvSpPr>
        <p:spPr>
          <a:xfrm>
            <a:off x="7291860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40EE3D-EEFC-874A-A65B-DDDE03FC3221}"/>
              </a:ext>
            </a:extLst>
          </p:cNvPr>
          <p:cNvSpPr/>
          <p:nvPr userDrawn="1"/>
        </p:nvSpPr>
        <p:spPr>
          <a:xfrm>
            <a:off x="8443327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667BF2-B8EF-D949-9F15-FC3B3099AD58}"/>
              </a:ext>
            </a:extLst>
          </p:cNvPr>
          <p:cNvSpPr/>
          <p:nvPr userDrawn="1"/>
        </p:nvSpPr>
        <p:spPr>
          <a:xfrm>
            <a:off x="9594794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201170-3375-514F-99C2-E37C6903968A}"/>
              </a:ext>
            </a:extLst>
          </p:cNvPr>
          <p:cNvSpPr/>
          <p:nvPr userDrawn="1"/>
        </p:nvSpPr>
        <p:spPr>
          <a:xfrm>
            <a:off x="10746258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572B-1544-A043-9B02-7AB01C90C51F}"/>
              </a:ext>
            </a:extLst>
          </p:cNvPr>
          <p:cNvSpPr/>
          <p:nvPr userDrawn="1"/>
        </p:nvSpPr>
        <p:spPr>
          <a:xfrm>
            <a:off x="1534525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D2BEC2-9D68-CC4D-A04A-BB949A02D509}"/>
              </a:ext>
            </a:extLst>
          </p:cNvPr>
          <p:cNvSpPr/>
          <p:nvPr userDrawn="1"/>
        </p:nvSpPr>
        <p:spPr>
          <a:xfrm>
            <a:off x="2685992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15083-D44F-FE40-A8D1-7BFAC700DF6C}"/>
              </a:ext>
            </a:extLst>
          </p:cNvPr>
          <p:cNvSpPr/>
          <p:nvPr userDrawn="1"/>
        </p:nvSpPr>
        <p:spPr>
          <a:xfrm>
            <a:off x="3837459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67BC68-4FB2-EE4A-A33E-6A7AF0CF413F}"/>
              </a:ext>
            </a:extLst>
          </p:cNvPr>
          <p:cNvSpPr/>
          <p:nvPr userDrawn="1"/>
        </p:nvSpPr>
        <p:spPr>
          <a:xfrm>
            <a:off x="4988926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77C142-7A53-7A4A-A8FB-FBF33048E364}"/>
              </a:ext>
            </a:extLst>
          </p:cNvPr>
          <p:cNvSpPr/>
          <p:nvPr userDrawn="1"/>
        </p:nvSpPr>
        <p:spPr>
          <a:xfrm>
            <a:off x="6140393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DC5831-BE66-5045-87AF-18EBDF02747B}"/>
              </a:ext>
            </a:extLst>
          </p:cNvPr>
          <p:cNvSpPr/>
          <p:nvPr userDrawn="1"/>
        </p:nvSpPr>
        <p:spPr>
          <a:xfrm>
            <a:off x="7291860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B65DE4-B016-474E-A1C1-495957C7CA04}"/>
              </a:ext>
            </a:extLst>
          </p:cNvPr>
          <p:cNvSpPr/>
          <p:nvPr userDrawn="1"/>
        </p:nvSpPr>
        <p:spPr>
          <a:xfrm>
            <a:off x="8443327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B3AA15-3E6B-C347-B0BE-F416C5684A23}"/>
              </a:ext>
            </a:extLst>
          </p:cNvPr>
          <p:cNvSpPr/>
          <p:nvPr userDrawn="1"/>
        </p:nvSpPr>
        <p:spPr>
          <a:xfrm>
            <a:off x="9594794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C0924D-A95B-1E43-84A3-825886C48DD3}"/>
              </a:ext>
            </a:extLst>
          </p:cNvPr>
          <p:cNvSpPr/>
          <p:nvPr userDrawn="1"/>
        </p:nvSpPr>
        <p:spPr>
          <a:xfrm>
            <a:off x="10746258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737CC-78B4-0C46-99B9-341CFA60EF40}"/>
              </a:ext>
            </a:extLst>
          </p:cNvPr>
          <p:cNvSpPr/>
          <p:nvPr userDrawn="1"/>
        </p:nvSpPr>
        <p:spPr>
          <a:xfrm>
            <a:off x="383058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55CAA-C332-E746-A62B-4F86F892F94A}"/>
              </a:ext>
            </a:extLst>
          </p:cNvPr>
          <p:cNvSpPr/>
          <p:nvPr userDrawn="1"/>
        </p:nvSpPr>
        <p:spPr>
          <a:xfrm>
            <a:off x="1534525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322EA-8B44-2C46-9412-34692FAFE8CB}"/>
              </a:ext>
            </a:extLst>
          </p:cNvPr>
          <p:cNvSpPr/>
          <p:nvPr userDrawn="1"/>
        </p:nvSpPr>
        <p:spPr>
          <a:xfrm>
            <a:off x="2685992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462B7-0B7F-EA46-9EFF-D26991D2304D}"/>
              </a:ext>
            </a:extLst>
          </p:cNvPr>
          <p:cNvSpPr/>
          <p:nvPr userDrawn="1"/>
        </p:nvSpPr>
        <p:spPr>
          <a:xfrm>
            <a:off x="3837459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522785-C8F3-734E-AF20-487FED2CEBCA}"/>
              </a:ext>
            </a:extLst>
          </p:cNvPr>
          <p:cNvSpPr/>
          <p:nvPr userDrawn="1"/>
        </p:nvSpPr>
        <p:spPr>
          <a:xfrm>
            <a:off x="4988926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8AD1D6-A541-1941-8B56-2FF0936767C6}"/>
              </a:ext>
            </a:extLst>
          </p:cNvPr>
          <p:cNvSpPr/>
          <p:nvPr userDrawn="1"/>
        </p:nvSpPr>
        <p:spPr>
          <a:xfrm>
            <a:off x="6140393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44F750-124C-F246-BCDD-67595B93DC88}"/>
              </a:ext>
            </a:extLst>
          </p:cNvPr>
          <p:cNvSpPr/>
          <p:nvPr userDrawn="1"/>
        </p:nvSpPr>
        <p:spPr>
          <a:xfrm>
            <a:off x="7291860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499656-96AE-C649-B3C1-81D5C6F60DA6}"/>
              </a:ext>
            </a:extLst>
          </p:cNvPr>
          <p:cNvSpPr/>
          <p:nvPr userDrawn="1"/>
        </p:nvSpPr>
        <p:spPr>
          <a:xfrm>
            <a:off x="8443327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150134-3C23-2A41-8EC0-2D0F308CD2FE}"/>
              </a:ext>
            </a:extLst>
          </p:cNvPr>
          <p:cNvSpPr/>
          <p:nvPr userDrawn="1"/>
        </p:nvSpPr>
        <p:spPr>
          <a:xfrm>
            <a:off x="9594794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542EAC-EEE9-2748-9DAC-6986FFF6348A}"/>
              </a:ext>
            </a:extLst>
          </p:cNvPr>
          <p:cNvSpPr/>
          <p:nvPr userDrawn="1"/>
        </p:nvSpPr>
        <p:spPr>
          <a:xfrm>
            <a:off x="10746258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19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ample-Icons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DF01C83-A866-28AC-7B1F-38947CCF6D80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1"/>
            <a:ext cx="11404154" cy="46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CA3D7C-EA8C-5A4E-9010-4AC84C6EA52F}"/>
              </a:ext>
            </a:extLst>
          </p:cNvPr>
          <p:cNvCxnSpPr/>
          <p:nvPr userDrawn="1"/>
        </p:nvCxnSpPr>
        <p:spPr>
          <a:xfrm>
            <a:off x="432000" y="324000"/>
            <a:ext cx="432118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con&#10;&#10;Description automatically generated with medium confidence">
            <a:extLst>
              <a:ext uri="{FF2B5EF4-FFF2-40B4-BE49-F238E27FC236}">
                <a16:creationId xmlns:a16="http://schemas.microsoft.com/office/drawing/2014/main" id="{25B76462-9988-504D-BEEB-4D901B000C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741F68A-44AA-5742-B124-91614CFD14BB}"/>
              </a:ext>
            </a:extLst>
          </p:cNvPr>
          <p:cNvSpPr/>
          <p:nvPr userDrawn="1"/>
        </p:nvSpPr>
        <p:spPr>
          <a:xfrm>
            <a:off x="383058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572B-1544-A043-9B02-7AB01C90C51F}"/>
              </a:ext>
            </a:extLst>
          </p:cNvPr>
          <p:cNvSpPr/>
          <p:nvPr userDrawn="1"/>
        </p:nvSpPr>
        <p:spPr>
          <a:xfrm>
            <a:off x="1534525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D2BEC2-9D68-CC4D-A04A-BB949A02D509}"/>
              </a:ext>
            </a:extLst>
          </p:cNvPr>
          <p:cNvSpPr/>
          <p:nvPr userDrawn="1"/>
        </p:nvSpPr>
        <p:spPr>
          <a:xfrm>
            <a:off x="2685992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15083-D44F-FE40-A8D1-7BFAC700DF6C}"/>
              </a:ext>
            </a:extLst>
          </p:cNvPr>
          <p:cNvSpPr/>
          <p:nvPr userDrawn="1"/>
        </p:nvSpPr>
        <p:spPr>
          <a:xfrm>
            <a:off x="3837459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737CC-78B4-0C46-99B9-341CFA60EF40}"/>
              </a:ext>
            </a:extLst>
          </p:cNvPr>
          <p:cNvSpPr/>
          <p:nvPr userDrawn="1"/>
        </p:nvSpPr>
        <p:spPr>
          <a:xfrm>
            <a:off x="383058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55CAA-C332-E746-A62B-4F86F892F94A}"/>
              </a:ext>
            </a:extLst>
          </p:cNvPr>
          <p:cNvSpPr/>
          <p:nvPr userDrawn="1"/>
        </p:nvSpPr>
        <p:spPr>
          <a:xfrm>
            <a:off x="1534525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322EA-8B44-2C46-9412-34692FAFE8CB}"/>
              </a:ext>
            </a:extLst>
          </p:cNvPr>
          <p:cNvSpPr/>
          <p:nvPr userDrawn="1"/>
        </p:nvSpPr>
        <p:spPr>
          <a:xfrm>
            <a:off x="2685992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462B7-0B7F-EA46-9EFF-D26991D2304D}"/>
              </a:ext>
            </a:extLst>
          </p:cNvPr>
          <p:cNvSpPr/>
          <p:nvPr userDrawn="1"/>
        </p:nvSpPr>
        <p:spPr>
          <a:xfrm>
            <a:off x="3837459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0BDAA4-2C6C-4E47-9616-5977DD23D840}"/>
              </a:ext>
            </a:extLst>
          </p:cNvPr>
          <p:cNvSpPr/>
          <p:nvPr userDrawn="1"/>
        </p:nvSpPr>
        <p:spPr>
          <a:xfrm>
            <a:off x="5122911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91AF0D-B60D-2949-AB30-089AD6A4A5A1}"/>
              </a:ext>
            </a:extLst>
          </p:cNvPr>
          <p:cNvSpPr/>
          <p:nvPr userDrawn="1"/>
        </p:nvSpPr>
        <p:spPr>
          <a:xfrm>
            <a:off x="7474153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6B0456-3FC3-5D44-A9F1-56A57FD0B992}"/>
              </a:ext>
            </a:extLst>
          </p:cNvPr>
          <p:cNvSpPr/>
          <p:nvPr userDrawn="1"/>
        </p:nvSpPr>
        <p:spPr>
          <a:xfrm>
            <a:off x="9825395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44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ing, content, basic text one col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6E0930-AFE2-471B-C517-6733CACD8ECB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2708" y="2106000"/>
            <a:ext cx="7632000" cy="40264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BAC642-4133-F44A-9758-E12934C6C674}"/>
              </a:ext>
            </a:extLst>
          </p:cNvPr>
          <p:cNvCxnSpPr>
            <a:cxnSpLocks/>
          </p:cNvCxnSpPr>
          <p:nvPr userDrawn="1"/>
        </p:nvCxnSpPr>
        <p:spPr>
          <a:xfrm>
            <a:off x="432000" y="324000"/>
            <a:ext cx="43200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42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A60DD58-05DE-E835-E697-CB9A9B0B94EE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5992"/>
            <a:ext cx="11088000" cy="3456000"/>
          </a:xfrm>
          <a:prstGeom prst="rect">
            <a:avLst/>
          </a:prstGeom>
        </p:spPr>
        <p:txBody>
          <a:bodyPr lIns="0" tIns="0" rIns="0" bIns="0" numCol="2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8E1DE4-F3F1-DE4C-A443-48C645D10BD8}"/>
              </a:ext>
            </a:extLst>
          </p:cNvPr>
          <p:cNvCxnSpPr/>
          <p:nvPr userDrawn="1"/>
        </p:nvCxnSpPr>
        <p:spPr>
          <a:xfrm>
            <a:off x="432000" y="324000"/>
            <a:ext cx="432118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2133D-2149-6B45-BEAB-A2D5E225B5AD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Icon&#10;&#10;Description automatically generated with medium confidence">
            <a:extLst>
              <a:ext uri="{FF2B5EF4-FFF2-40B4-BE49-F238E27FC236}">
                <a16:creationId xmlns:a16="http://schemas.microsoft.com/office/drawing/2014/main" id="{772D7FA6-4EEE-2844-9D29-2434E4AACE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2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, subhead,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5C4A9B1-8C9A-5B25-6E7A-B9589ECCAD85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6000"/>
            <a:ext cx="11088000" cy="3456000"/>
          </a:xfrm>
          <a:prstGeom prst="rect">
            <a:avLst/>
          </a:prstGeom>
        </p:spPr>
        <p:txBody>
          <a:bodyPr lIns="0" tIns="0" rIns="0" bIns="0" numCol="3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14B63B-E599-214F-BE25-040870BCB81B}"/>
              </a:ext>
            </a:extLst>
          </p:cNvPr>
          <p:cNvCxnSpPr/>
          <p:nvPr userDrawn="1"/>
        </p:nvCxnSpPr>
        <p:spPr>
          <a:xfrm>
            <a:off x="432000" y="324000"/>
            <a:ext cx="432118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9D545D-FD2F-4843-8588-07EBE7DDAA13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Icon&#10;&#10;Description automatically generated with medium confidence">
            <a:extLst>
              <a:ext uri="{FF2B5EF4-FFF2-40B4-BE49-F238E27FC236}">
                <a16:creationId xmlns:a16="http://schemas.microsoft.com/office/drawing/2014/main" id="{32B41726-0959-C340-9AE5-F69907699F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01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, subhead, bullets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F09CFFC-C421-A97A-14A3-FE2852D11994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71999"/>
            <a:ext cx="11088000" cy="3456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1" y="2088000"/>
            <a:ext cx="11012644" cy="577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Subhead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771D90-A686-C949-8872-F69893BCF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B4D897-8658-0C4F-8CFF-B86CCF2F04D5}"/>
              </a:ext>
            </a:extLst>
          </p:cNvPr>
          <p:cNvCxnSpPr/>
          <p:nvPr userDrawn="1"/>
        </p:nvCxnSpPr>
        <p:spPr>
          <a:xfrm>
            <a:off x="432000" y="324000"/>
            <a:ext cx="432118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D5CE1C-46DF-8846-A4A0-E19A9CC397BE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Icon&#10;&#10;Description automatically generated with medium confidence">
            <a:extLst>
              <a:ext uri="{FF2B5EF4-FFF2-40B4-BE49-F238E27FC236}">
                <a16:creationId xmlns:a16="http://schemas.microsoft.com/office/drawing/2014/main" id="{3FDF1BCB-5337-0C44-BEE7-238AFDF6EB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slide with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2C3761D-E146-5B7A-CD68-6CC98EA19A5F}"/>
              </a:ext>
            </a:extLst>
          </p:cNvPr>
          <p:cNvSpPr/>
          <p:nvPr userDrawn="1"/>
        </p:nvSpPr>
        <p:spPr>
          <a:xfrm>
            <a:off x="0" y="0"/>
            <a:ext cx="6096000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93" y="1647568"/>
            <a:ext cx="4909569" cy="313006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ts val="4200"/>
              </a:lnSpc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over a number of lines,</a:t>
            </a:r>
            <a:br>
              <a:rPr lang="en-GB" dirty="0"/>
            </a:br>
            <a:r>
              <a:rPr lang="en-GB" dirty="0"/>
              <a:t>keep to maximum of four lines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pPr algn="r"/>
              <a:t>‹#›</a:t>
            </a:fld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F456E7-F404-A541-B6E9-27C1B10EC6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 dirty="0"/>
              <a:t>Click on icon to insert image (including Alt Text)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1D7D3C-8AA7-9442-97E6-34307200AA45}"/>
              </a:ext>
            </a:extLst>
          </p:cNvPr>
          <p:cNvCxnSpPr/>
          <p:nvPr userDrawn="1"/>
        </p:nvCxnSpPr>
        <p:spPr>
          <a:xfrm>
            <a:off x="432000" y="1632779"/>
            <a:ext cx="612000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Icon&#10;&#10;Description automatically generated with medium confidence">
            <a:extLst>
              <a:ext uri="{FF2B5EF4-FFF2-40B4-BE49-F238E27FC236}">
                <a16:creationId xmlns:a16="http://schemas.microsoft.com/office/drawing/2014/main" id="{295C887A-FA03-7040-A301-9D2EF89E2F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28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large Cent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BFC8184-A52B-1D58-DCBB-64F070DB04AB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646A804-3F8E-B143-B54F-CCEC0C80440B}"/>
              </a:ext>
            </a:extLst>
          </p:cNvPr>
          <p:cNvGrpSpPr/>
          <p:nvPr userDrawn="1"/>
        </p:nvGrpSpPr>
        <p:grpSpPr>
          <a:xfrm>
            <a:off x="6850559" y="3312386"/>
            <a:ext cx="5427564" cy="3663952"/>
            <a:chOff x="6850559" y="3312386"/>
            <a:chExt cx="5427564" cy="366395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33B0679-8FB0-1D45-BC60-2FAE803BE10F}"/>
                </a:ext>
              </a:extLst>
            </p:cNvPr>
            <p:cNvGrpSpPr/>
            <p:nvPr userDrawn="1"/>
          </p:nvGrpSpPr>
          <p:grpSpPr>
            <a:xfrm>
              <a:off x="10623467" y="3312386"/>
              <a:ext cx="1654589" cy="1883570"/>
              <a:chOff x="9491639" y="1569442"/>
              <a:chExt cx="1391198" cy="1583728"/>
            </a:xfrm>
          </p:grpSpPr>
          <p:sp>
            <p:nvSpPr>
              <p:cNvPr id="35" name="Diamond 34">
                <a:extLst>
                  <a:ext uri="{FF2B5EF4-FFF2-40B4-BE49-F238E27FC236}">
                    <a16:creationId xmlns:a16="http://schemas.microsoft.com/office/drawing/2014/main" id="{F6D930C5-AAFD-4D46-A2AC-39CDB88DC0D0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rgbClr val="CCDE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Diamond 35">
                <a:extLst>
                  <a:ext uri="{FF2B5EF4-FFF2-40B4-BE49-F238E27FC236}">
                    <a16:creationId xmlns:a16="http://schemas.microsoft.com/office/drawing/2014/main" id="{349A8A2B-BF83-9C4B-AFB2-6DAAB53B305F}"/>
                  </a:ext>
                </a:extLst>
              </p:cNvPr>
              <p:cNvSpPr/>
              <p:nvPr userDrawn="1"/>
            </p:nvSpPr>
            <p:spPr>
              <a:xfrm rot="18000000">
                <a:off x="9860437" y="2130769"/>
                <a:ext cx="1296000" cy="748800"/>
              </a:xfrm>
              <a:prstGeom prst="diamond">
                <a:avLst/>
              </a:prstGeom>
              <a:solidFill>
                <a:srgbClr val="B2CEE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Diamond 36">
                <a:extLst>
                  <a:ext uri="{FF2B5EF4-FFF2-40B4-BE49-F238E27FC236}">
                    <a16:creationId xmlns:a16="http://schemas.microsoft.com/office/drawing/2014/main" id="{CFDE8F35-A52A-0245-BA8C-A0741BBD2CF0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rgbClr val="BFD5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CA9AFDF-DF78-C844-B6E4-3A1AC66BE8A0}"/>
                </a:ext>
              </a:extLst>
            </p:cNvPr>
            <p:cNvGrpSpPr/>
            <p:nvPr userDrawn="1"/>
          </p:nvGrpSpPr>
          <p:grpSpPr>
            <a:xfrm>
              <a:off x="8325629" y="4644078"/>
              <a:ext cx="1654589" cy="1883570"/>
              <a:chOff x="9491639" y="1569442"/>
              <a:chExt cx="1391198" cy="1583728"/>
            </a:xfrm>
          </p:grpSpPr>
          <p:sp>
            <p:nvSpPr>
              <p:cNvPr id="32" name="Diamond 31">
                <a:extLst>
                  <a:ext uri="{FF2B5EF4-FFF2-40B4-BE49-F238E27FC236}">
                    <a16:creationId xmlns:a16="http://schemas.microsoft.com/office/drawing/2014/main" id="{C283A049-06D1-DD41-9E8B-3BAA26623AE4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Diamond 32">
                <a:extLst>
                  <a:ext uri="{FF2B5EF4-FFF2-40B4-BE49-F238E27FC236}">
                    <a16:creationId xmlns:a16="http://schemas.microsoft.com/office/drawing/2014/main" id="{791DA6D9-AB90-A549-B0E2-CBA82633C2EC}"/>
                  </a:ext>
                </a:extLst>
              </p:cNvPr>
              <p:cNvSpPr/>
              <p:nvPr userDrawn="1"/>
            </p:nvSpPr>
            <p:spPr>
              <a:xfrm rot="18000000">
                <a:off x="9860437" y="2130769"/>
                <a:ext cx="1296000" cy="748800"/>
              </a:xfrm>
              <a:prstGeom prst="diamond">
                <a:avLst/>
              </a:prstGeom>
              <a:solidFill>
                <a:srgbClr val="0356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4" name="Diamond 33">
                <a:extLst>
                  <a:ext uri="{FF2B5EF4-FFF2-40B4-BE49-F238E27FC236}">
                    <a16:creationId xmlns:a16="http://schemas.microsoft.com/office/drawing/2014/main" id="{A0436EB5-E10C-9F49-9D63-54B94BDF6A57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0" name="Diamond 29">
              <a:extLst>
                <a:ext uri="{FF2B5EF4-FFF2-40B4-BE49-F238E27FC236}">
                  <a16:creationId xmlns:a16="http://schemas.microsoft.com/office/drawing/2014/main" id="{49E9AF29-B067-124F-98E0-5723A7EB158B}"/>
                </a:ext>
              </a:extLst>
            </p:cNvPr>
            <p:cNvSpPr/>
            <p:nvPr userDrawn="1"/>
          </p:nvSpPr>
          <p:spPr>
            <a:xfrm>
              <a:off x="9148827" y="4206576"/>
              <a:ext cx="1541367" cy="890568"/>
            </a:xfrm>
            <a:prstGeom prst="diamond">
              <a:avLst/>
            </a:prstGeom>
            <a:solidFill>
              <a:srgbClr val="CCDF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E359570-20C8-B04F-8DF4-2EE81880AE25}"/>
                </a:ext>
              </a:extLst>
            </p:cNvPr>
            <p:cNvGrpSpPr/>
            <p:nvPr userDrawn="1"/>
          </p:nvGrpSpPr>
          <p:grpSpPr>
            <a:xfrm>
              <a:off x="10623534" y="5092768"/>
              <a:ext cx="1654589" cy="1883570"/>
              <a:chOff x="9491639" y="1569442"/>
              <a:chExt cx="1391198" cy="1583728"/>
            </a:xfrm>
          </p:grpSpPr>
          <p:sp>
            <p:nvSpPr>
              <p:cNvPr id="27" name="Diamond 26">
                <a:extLst>
                  <a:ext uri="{FF2B5EF4-FFF2-40B4-BE49-F238E27FC236}">
                    <a16:creationId xmlns:a16="http://schemas.microsoft.com/office/drawing/2014/main" id="{0EE2AE26-EAB3-4B4F-8F76-B6CC8687EBCC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Diamond 27">
                <a:extLst>
                  <a:ext uri="{FF2B5EF4-FFF2-40B4-BE49-F238E27FC236}">
                    <a16:creationId xmlns:a16="http://schemas.microsoft.com/office/drawing/2014/main" id="{D1B0610C-2552-864A-997A-80B97CC29D26}"/>
                  </a:ext>
                </a:extLst>
              </p:cNvPr>
              <p:cNvSpPr/>
              <p:nvPr userDrawn="1"/>
            </p:nvSpPr>
            <p:spPr>
              <a:xfrm rot="18000000">
                <a:off x="9860437" y="2130769"/>
                <a:ext cx="1296000" cy="748800"/>
              </a:xfrm>
              <a:prstGeom prst="diamond">
                <a:avLst/>
              </a:prstGeom>
              <a:solidFill>
                <a:srgbClr val="0356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Diamond 28">
                <a:extLst>
                  <a:ext uri="{FF2B5EF4-FFF2-40B4-BE49-F238E27FC236}">
                    <a16:creationId xmlns:a16="http://schemas.microsoft.com/office/drawing/2014/main" id="{7601F97E-BA0D-9C4B-9328-252A43DA0D4C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F36C5839-968F-BE44-8833-FC423DBD6488}"/>
                </a:ext>
              </a:extLst>
            </p:cNvPr>
            <p:cNvSpPr/>
            <p:nvPr userDrawn="1"/>
          </p:nvSpPr>
          <p:spPr>
            <a:xfrm>
              <a:off x="11451727" y="4663273"/>
              <a:ext cx="740273" cy="855426"/>
            </a:xfrm>
            <a:custGeom>
              <a:avLst/>
              <a:gdLst>
                <a:gd name="connsiteX0" fmla="*/ 740273 w 740273"/>
                <a:gd name="connsiteY0" fmla="*/ 0 h 855426"/>
                <a:gd name="connsiteX1" fmla="*/ 740273 w 740273"/>
                <a:gd name="connsiteY1" fmla="*/ 855426 h 855426"/>
                <a:gd name="connsiteX2" fmla="*/ 0 w 740273"/>
                <a:gd name="connsiteY2" fmla="*/ 427713 h 855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0273" h="855426">
                  <a:moveTo>
                    <a:pt x="740273" y="0"/>
                  </a:moveTo>
                  <a:lnTo>
                    <a:pt x="740273" y="855426"/>
                  </a:lnTo>
                  <a:lnTo>
                    <a:pt x="0" y="427713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3BEC293-96F6-6740-9B72-B13587900414}"/>
                </a:ext>
              </a:extLst>
            </p:cNvPr>
            <p:cNvGrpSpPr/>
            <p:nvPr userDrawn="1"/>
          </p:nvGrpSpPr>
          <p:grpSpPr>
            <a:xfrm>
              <a:off x="9859830" y="4647855"/>
              <a:ext cx="1597978" cy="1883570"/>
              <a:chOff x="9491639" y="1569442"/>
              <a:chExt cx="1343599" cy="1583728"/>
            </a:xfrm>
          </p:grpSpPr>
          <p:sp>
            <p:nvSpPr>
              <p:cNvPr id="23" name="Diamond 22">
                <a:extLst>
                  <a:ext uri="{FF2B5EF4-FFF2-40B4-BE49-F238E27FC236}">
                    <a16:creationId xmlns:a16="http://schemas.microsoft.com/office/drawing/2014/main" id="{79EF5866-4C2D-F345-A481-A9CC060D08EA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Diamond 23">
                <a:extLst>
                  <a:ext uri="{FF2B5EF4-FFF2-40B4-BE49-F238E27FC236}">
                    <a16:creationId xmlns:a16="http://schemas.microsoft.com/office/drawing/2014/main" id="{98DCB254-809F-7D47-9108-EB821302113B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rgbClr val="022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D958C28-95AA-6048-A636-5466923F1647}"/>
                </a:ext>
              </a:extLst>
            </p:cNvPr>
            <p:cNvSpPr/>
            <p:nvPr userDrawn="1"/>
          </p:nvSpPr>
          <p:spPr>
            <a:xfrm>
              <a:off x="9918880" y="6426329"/>
              <a:ext cx="1541368" cy="457926"/>
            </a:xfrm>
            <a:custGeom>
              <a:avLst/>
              <a:gdLst>
                <a:gd name="connsiteX0" fmla="*/ 770684 w 1541368"/>
                <a:gd name="connsiteY0" fmla="*/ 0 h 457926"/>
                <a:gd name="connsiteX1" fmla="*/ 1541368 w 1541368"/>
                <a:gd name="connsiteY1" fmla="*/ 445284 h 457926"/>
                <a:gd name="connsiteX2" fmla="*/ 1519488 w 1541368"/>
                <a:gd name="connsiteY2" fmla="*/ 457926 h 457926"/>
                <a:gd name="connsiteX3" fmla="*/ 21880 w 1541368"/>
                <a:gd name="connsiteY3" fmla="*/ 457926 h 457926"/>
                <a:gd name="connsiteX4" fmla="*/ 0 w 1541368"/>
                <a:gd name="connsiteY4" fmla="*/ 445284 h 457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1368" h="457926">
                  <a:moveTo>
                    <a:pt x="770684" y="0"/>
                  </a:moveTo>
                  <a:lnTo>
                    <a:pt x="1541368" y="445284"/>
                  </a:lnTo>
                  <a:lnTo>
                    <a:pt x="1519488" y="457926"/>
                  </a:lnTo>
                  <a:lnTo>
                    <a:pt x="21880" y="457926"/>
                  </a:lnTo>
                  <a:lnTo>
                    <a:pt x="0" y="4452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7D4FFBF-11C0-E44C-BB40-EE5E51741BAE}"/>
                </a:ext>
              </a:extLst>
            </p:cNvPr>
            <p:cNvSpPr/>
            <p:nvPr userDrawn="1"/>
          </p:nvSpPr>
          <p:spPr>
            <a:xfrm>
              <a:off x="8392312" y="6430402"/>
              <a:ext cx="1520438" cy="439238"/>
            </a:xfrm>
            <a:custGeom>
              <a:avLst/>
              <a:gdLst>
                <a:gd name="connsiteX0" fmla="*/ 760219 w 1520438"/>
                <a:gd name="connsiteY0" fmla="*/ 0 h 439238"/>
                <a:gd name="connsiteX1" fmla="*/ 1520438 w 1520438"/>
                <a:gd name="connsiteY1" fmla="*/ 439238 h 439238"/>
                <a:gd name="connsiteX2" fmla="*/ 0 w 1520438"/>
                <a:gd name="connsiteY2" fmla="*/ 439238 h 43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0438" h="439238">
                  <a:moveTo>
                    <a:pt x="760219" y="0"/>
                  </a:moveTo>
                  <a:lnTo>
                    <a:pt x="1520438" y="439238"/>
                  </a:lnTo>
                  <a:lnTo>
                    <a:pt x="0" y="439238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9041F6C-3B2C-384C-989A-81DC03CDF83C}"/>
                </a:ext>
              </a:extLst>
            </p:cNvPr>
            <p:cNvSpPr/>
            <p:nvPr userDrawn="1"/>
          </p:nvSpPr>
          <p:spPr>
            <a:xfrm>
              <a:off x="6850559" y="6426330"/>
              <a:ext cx="1534538" cy="443311"/>
            </a:xfrm>
            <a:custGeom>
              <a:avLst/>
              <a:gdLst>
                <a:gd name="connsiteX0" fmla="*/ 767269 w 1534538"/>
                <a:gd name="connsiteY0" fmla="*/ 0 h 443311"/>
                <a:gd name="connsiteX1" fmla="*/ 1534538 w 1534538"/>
                <a:gd name="connsiteY1" fmla="*/ 443311 h 443311"/>
                <a:gd name="connsiteX2" fmla="*/ 0 w 1534538"/>
                <a:gd name="connsiteY2" fmla="*/ 443311 h 443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4538" h="443311">
                  <a:moveTo>
                    <a:pt x="767269" y="0"/>
                  </a:moveTo>
                  <a:lnTo>
                    <a:pt x="1534538" y="443311"/>
                  </a:lnTo>
                  <a:lnTo>
                    <a:pt x="0" y="44331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sp>
          <p:nvSpPr>
            <p:cNvPr id="38" name="Diamond 37">
              <a:extLst>
                <a:ext uri="{FF2B5EF4-FFF2-40B4-BE49-F238E27FC236}">
                  <a16:creationId xmlns:a16="http://schemas.microsoft.com/office/drawing/2014/main" id="{CCFC1F56-4A9D-AC4E-A916-036735F565B7}"/>
                </a:ext>
              </a:extLst>
            </p:cNvPr>
            <p:cNvSpPr/>
            <p:nvPr userDrawn="1"/>
          </p:nvSpPr>
          <p:spPr>
            <a:xfrm>
              <a:off x="9144014" y="5981132"/>
              <a:ext cx="1541367" cy="890568"/>
            </a:xfrm>
            <a:prstGeom prst="diamond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D383FB-0467-4241-BEF0-D636E886723B}"/>
              </a:ext>
            </a:extLst>
          </p:cNvPr>
          <p:cNvCxnSpPr/>
          <p:nvPr userDrawn="1"/>
        </p:nvCxnSpPr>
        <p:spPr>
          <a:xfrm>
            <a:off x="5663445" y="946120"/>
            <a:ext cx="865108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F1649F8-C95E-B04E-A0E7-F89193CC97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4367" y="1180298"/>
            <a:ext cx="9811265" cy="29832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200" b="0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“Showcase quotation</a:t>
            </a:r>
            <a:br>
              <a:rPr lang="en-GB" dirty="0"/>
            </a:br>
            <a:r>
              <a:rPr lang="en-GB" dirty="0"/>
              <a:t>with centred text over multiple</a:t>
            </a:r>
            <a:br>
              <a:rPr lang="en-GB" dirty="0"/>
            </a:br>
            <a:r>
              <a:rPr lang="en-GB" dirty="0"/>
              <a:t>lines, try to make a harmonious shape like a diamond or </a:t>
            </a:r>
            <a:r>
              <a:rPr lang="en-GB" dirty="0" err="1"/>
              <a:t>xmas</a:t>
            </a:r>
            <a:r>
              <a:rPr lang="en-GB" dirty="0"/>
              <a:t> tree or</a:t>
            </a:r>
            <a:br>
              <a:rPr lang="en-GB" dirty="0"/>
            </a:br>
            <a:r>
              <a:rPr lang="en-GB" dirty="0"/>
              <a:t>something similar”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406466E-798B-BE4C-B09F-C1B1244AA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0923" y="5096236"/>
            <a:ext cx="3890150" cy="8969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6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 dirty="0"/>
              <a:t>Name Surname,</a:t>
            </a:r>
            <a:br>
              <a:rPr lang="en-GB" dirty="0"/>
            </a:br>
            <a:r>
              <a:rPr lang="en-GB" dirty="0"/>
              <a:t>Job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1AA706-8AF6-8441-8070-06566C40A690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con&#10;&#10;Description automatically generated with medium confidence">
            <a:extLst>
              <a:ext uri="{FF2B5EF4-FFF2-40B4-BE49-F238E27FC236}">
                <a16:creationId xmlns:a16="http://schemas.microsoft.com/office/drawing/2014/main" id="{01F8BA52-21B3-3947-91D7-F948391CAF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7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id Boxes 4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DDC9925-8509-4ADE-FFBA-9BBDA93350CF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08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412708" y="1188000"/>
            <a:ext cx="3564000" cy="900000"/>
          </a:xfrm>
          <a:prstGeom prst="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188000"/>
            <a:ext cx="3564000" cy="900000"/>
          </a:xfrm>
          <a:prstGeom prst="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270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12708" y="3749267"/>
            <a:ext cx="3564000" cy="900000"/>
          </a:xfrm>
          <a:prstGeom prst="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66871" y="465042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74434" y="3752201"/>
            <a:ext cx="3564000" cy="900000"/>
          </a:xfrm>
          <a:prstGeom prst="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1ACF78F6-439A-384B-9C21-D11B5B50E0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FCA068-306A-024C-BE3A-3C43AEAC203D}"/>
              </a:ext>
            </a:extLst>
          </p:cNvPr>
          <p:cNvCxnSpPr/>
          <p:nvPr userDrawn="1"/>
        </p:nvCxnSpPr>
        <p:spPr>
          <a:xfrm>
            <a:off x="432000" y="324000"/>
            <a:ext cx="432118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9AD6FA9-80AB-C444-BBD0-7BAB954857E7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Icon&#10;&#10;Description automatically generated with medium confidence">
            <a:extLst>
              <a:ext uri="{FF2B5EF4-FFF2-40B4-BE49-F238E27FC236}">
                <a16:creationId xmlns:a16="http://schemas.microsoft.com/office/drawing/2014/main" id="{9BD7DE1A-9932-F24E-B731-1DD83725D2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18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id Boxes 2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9B26CA0-4967-284E-42B6-5686F8C6B07B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2000" y="2699082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2000" y="1691082"/>
            <a:ext cx="3564000" cy="1008000"/>
          </a:xfrm>
          <a:prstGeom prst="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4378" y="2699082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4324378" y="1691082"/>
            <a:ext cx="3564000" cy="1008000"/>
          </a:xfrm>
          <a:prstGeom prst="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5DD270E-858A-0745-A4F5-3FE5B49194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1FF2AF4-A51C-494E-9584-66557CDA379F}"/>
              </a:ext>
            </a:extLst>
          </p:cNvPr>
          <p:cNvCxnSpPr/>
          <p:nvPr userDrawn="1"/>
        </p:nvCxnSpPr>
        <p:spPr>
          <a:xfrm>
            <a:off x="432000" y="324000"/>
            <a:ext cx="432118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326A72-C229-0646-A782-9FF5C13C415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Icon&#10;&#10;Description automatically generated with medium confidence">
            <a:extLst>
              <a:ext uri="{FF2B5EF4-FFF2-40B4-BE49-F238E27FC236}">
                <a16:creationId xmlns:a16="http://schemas.microsoft.com/office/drawing/2014/main" id="{65AD4FD1-37D6-A34F-B451-50D5B6141F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61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Grid, Titles 4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8BBC9FB-69CA-ACB9-E6B9-6E2830215B65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5929B3-ED58-E54F-B724-E24FB5F163DF}"/>
              </a:ext>
            </a:extLst>
          </p:cNvPr>
          <p:cNvSpPr/>
          <p:nvPr userDrawn="1"/>
        </p:nvSpPr>
        <p:spPr>
          <a:xfrm>
            <a:off x="432000" y="1188000"/>
            <a:ext cx="3564000" cy="900000"/>
          </a:xfrm>
          <a:prstGeom prst="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92000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92000" y="1188000"/>
            <a:ext cx="3564000" cy="900000"/>
          </a:xfrm>
          <a:prstGeom prst="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4644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32000" y="3744000"/>
            <a:ext cx="3564000" cy="900000"/>
          </a:xfrm>
          <a:prstGeom prst="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2000" y="4644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92000" y="3744000"/>
            <a:ext cx="3564000" cy="900000"/>
          </a:xfrm>
          <a:prstGeom prst="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F5640E1-FA0E-4F42-9387-CD7C434D2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555C5-A77A-2E44-BAF7-246298421E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1296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 dirty="0"/>
              <a:t>Insert title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4B913F3-B51C-1F4F-BA00-F024BBF468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00000" y="1302462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 dirty="0"/>
              <a:t>Insert 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A16CC21-F99A-6F47-A063-FA9FE06BAE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0000" y="3852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 dirty="0"/>
              <a:t>Insert 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11DBD00-D83F-EF49-900D-B6C65CED27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0000" y="3852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 dirty="0"/>
              <a:t>Insert title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B2EE8A7-7828-124A-A2AA-D9BFF90B7EFF}"/>
              </a:ext>
            </a:extLst>
          </p:cNvPr>
          <p:cNvCxnSpPr/>
          <p:nvPr userDrawn="1"/>
        </p:nvCxnSpPr>
        <p:spPr>
          <a:xfrm>
            <a:off x="432000" y="324000"/>
            <a:ext cx="432118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9357DCD-A469-B34A-A880-D744CA731C1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Icon&#10;&#10;Description automatically generated with medium confidence">
            <a:extLst>
              <a:ext uri="{FF2B5EF4-FFF2-40B4-BE49-F238E27FC236}">
                <a16:creationId xmlns:a16="http://schemas.microsoft.com/office/drawing/2014/main" id="{27034AC6-B07C-D944-B146-1FD9C2B932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8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3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08" y="2743014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412708" y="1735014"/>
            <a:ext cx="3564000" cy="1008000"/>
          </a:xfrm>
          <a:prstGeom prst="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743014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735014"/>
            <a:ext cx="3564000" cy="1008000"/>
          </a:xfrm>
          <a:prstGeom prst="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743014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735014"/>
            <a:ext cx="3564000" cy="1008000"/>
          </a:xfrm>
          <a:prstGeom prst="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DBDDA74-8B33-8B4B-9B25-993D2BE7C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45D2B57-B97B-B347-9DEB-D5C1AC753A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0708" y="1897014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 dirty="0"/>
              <a:t>Insert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3DD1D30-BF5F-3F4D-A1DE-F7778CA7ED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74871" y="1897014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 dirty="0"/>
              <a:t>Insert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D443938-DE7C-934D-A74E-737FAD8DA3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7249" y="1891996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 dirty="0"/>
              <a:t>Insert 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771DDE-1512-B843-B134-FEA80857FC10}"/>
              </a:ext>
            </a:extLst>
          </p:cNvPr>
          <p:cNvCxnSpPr/>
          <p:nvPr userDrawn="1"/>
        </p:nvCxnSpPr>
        <p:spPr>
          <a:xfrm>
            <a:off x="432000" y="324000"/>
            <a:ext cx="432118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1E58B1A-02A3-B84A-8BB1-27D19814EDBF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Icon&#10;&#10;Description automatically generated with medium confidence">
            <a:extLst>
              <a:ext uri="{FF2B5EF4-FFF2-40B4-BE49-F238E27FC236}">
                <a16:creationId xmlns:a16="http://schemas.microsoft.com/office/drawing/2014/main" id="{9BE6F78B-EA71-AD4B-B9E8-A83A88C7A4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0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0190978-5FC4-6858-371C-AF3DAD50E21F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D383FB-0467-4241-BEF0-D636E886723B}"/>
              </a:ext>
            </a:extLst>
          </p:cNvPr>
          <p:cNvCxnSpPr/>
          <p:nvPr userDrawn="1"/>
        </p:nvCxnSpPr>
        <p:spPr>
          <a:xfrm>
            <a:off x="537224" y="720488"/>
            <a:ext cx="865108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F1649F8-C95E-B04E-A0E7-F89193CC97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7224" y="1314156"/>
            <a:ext cx="7503849" cy="3466727"/>
          </a:xfrm>
          <a:prstGeom prst="rect">
            <a:avLst/>
          </a:prstGeom>
        </p:spPr>
        <p:txBody>
          <a:bodyPr>
            <a:noAutofit/>
          </a:bodyPr>
          <a:lstStyle>
            <a:lvl1pPr marL="288000" indent="-288000" algn="l">
              <a:buNone/>
              <a:defRPr sz="42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“Showcase quotation</a:t>
            </a:r>
            <a:br>
              <a:rPr lang="en-GB" dirty="0"/>
            </a:br>
            <a:r>
              <a:rPr lang="en-GB" dirty="0"/>
              <a:t>with left aligned text over multiple lines. Try to keep</a:t>
            </a:r>
            <a:br>
              <a:rPr lang="en-GB" dirty="0"/>
            </a:br>
            <a:r>
              <a:rPr lang="en-GB" dirty="0"/>
              <a:t>it to four lines if </a:t>
            </a:r>
            <a:r>
              <a:rPr lang="en-GB" dirty="0" err="1"/>
              <a:t>poss</a:t>
            </a:r>
            <a:r>
              <a:rPr lang="en-GB" dirty="0"/>
              <a:t> or five lines max.”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406466E-798B-BE4C-B09F-C1B1244AA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8000" y="4780883"/>
            <a:ext cx="7503849" cy="8969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 dirty="0"/>
              <a:t>Name Surname,</a:t>
            </a:r>
            <a:br>
              <a:rPr lang="en-GB" dirty="0"/>
            </a:br>
            <a:r>
              <a:rPr lang="en-GB" dirty="0"/>
              <a:t>Job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3FE3F0-85CD-934D-A3A3-CF2B78D73A35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con&#10;&#10;Description automatically generated with medium confidence">
            <a:extLst>
              <a:ext uri="{FF2B5EF4-FFF2-40B4-BE49-F238E27FC236}">
                <a16:creationId xmlns:a16="http://schemas.microsoft.com/office/drawing/2014/main" id="{B9B7EF50-8B86-BC4E-88BA-F489FBF930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7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>
            <a:extLst>
              <a:ext uri="{FF2B5EF4-FFF2-40B4-BE49-F238E27FC236}">
                <a16:creationId xmlns:a16="http://schemas.microsoft.com/office/drawing/2014/main" id="{02B2AFD7-4763-4945-98B2-A61CB49D6A22}"/>
              </a:ext>
            </a:extLst>
          </p:cNvPr>
          <p:cNvSpPr/>
          <p:nvPr userDrawn="1"/>
        </p:nvSpPr>
        <p:spPr>
          <a:xfrm rot="5400000">
            <a:off x="5926744" y="595440"/>
            <a:ext cx="6866053" cy="5669837"/>
          </a:xfrm>
          <a:custGeom>
            <a:avLst/>
            <a:gdLst>
              <a:gd name="connsiteX0" fmla="*/ 0 w 7261412"/>
              <a:gd name="connsiteY0" fmla="*/ 3059206 h 6118412"/>
              <a:gd name="connsiteX1" fmla="*/ 1005194 w 7261412"/>
              <a:gd name="connsiteY1" fmla="*/ 1 h 6118412"/>
              <a:gd name="connsiteX2" fmla="*/ 6256218 w 7261412"/>
              <a:gd name="connsiteY2" fmla="*/ 1 h 6118412"/>
              <a:gd name="connsiteX3" fmla="*/ 7261412 w 7261412"/>
              <a:gd name="connsiteY3" fmla="*/ 3059206 h 6118412"/>
              <a:gd name="connsiteX4" fmla="*/ 6256218 w 7261412"/>
              <a:gd name="connsiteY4" fmla="*/ 6118411 h 6118412"/>
              <a:gd name="connsiteX5" fmla="*/ 1005194 w 7261412"/>
              <a:gd name="connsiteY5" fmla="*/ 6118411 h 6118412"/>
              <a:gd name="connsiteX6" fmla="*/ 0 w 7261412"/>
              <a:gd name="connsiteY6" fmla="*/ 3059206 h 6118412"/>
              <a:gd name="connsiteX0" fmla="*/ 0 w 7267350"/>
              <a:gd name="connsiteY0" fmla="*/ 3059205 h 6118410"/>
              <a:gd name="connsiteX1" fmla="*/ 1005194 w 7267350"/>
              <a:gd name="connsiteY1" fmla="*/ 0 h 6118410"/>
              <a:gd name="connsiteX2" fmla="*/ 6256218 w 7267350"/>
              <a:gd name="connsiteY2" fmla="*/ 0 h 6118410"/>
              <a:gd name="connsiteX3" fmla="*/ 7267350 w 7267350"/>
              <a:gd name="connsiteY3" fmla="*/ 4341740 h 6118410"/>
              <a:gd name="connsiteX4" fmla="*/ 6256218 w 7267350"/>
              <a:gd name="connsiteY4" fmla="*/ 6118410 h 6118410"/>
              <a:gd name="connsiteX5" fmla="*/ 1005194 w 7267350"/>
              <a:gd name="connsiteY5" fmla="*/ 6118410 h 6118410"/>
              <a:gd name="connsiteX6" fmla="*/ 0 w 7267350"/>
              <a:gd name="connsiteY6" fmla="*/ 3059205 h 6118410"/>
              <a:gd name="connsiteX0" fmla="*/ 0 w 7277496"/>
              <a:gd name="connsiteY0" fmla="*/ 3059205 h 6118410"/>
              <a:gd name="connsiteX1" fmla="*/ 1005194 w 7277496"/>
              <a:gd name="connsiteY1" fmla="*/ 0 h 6118410"/>
              <a:gd name="connsiteX2" fmla="*/ 7277496 w 7277496"/>
              <a:gd name="connsiteY2" fmla="*/ 457200 h 6118410"/>
              <a:gd name="connsiteX3" fmla="*/ 7267350 w 7277496"/>
              <a:gd name="connsiteY3" fmla="*/ 4341740 h 6118410"/>
              <a:gd name="connsiteX4" fmla="*/ 6256218 w 7277496"/>
              <a:gd name="connsiteY4" fmla="*/ 6118410 h 6118410"/>
              <a:gd name="connsiteX5" fmla="*/ 1005194 w 7277496"/>
              <a:gd name="connsiteY5" fmla="*/ 6118410 h 6118410"/>
              <a:gd name="connsiteX6" fmla="*/ 0 w 7277496"/>
              <a:gd name="connsiteY6" fmla="*/ 3059205 h 6118410"/>
              <a:gd name="connsiteX0" fmla="*/ 0 w 7277496"/>
              <a:gd name="connsiteY0" fmla="*/ 2607943 h 5667148"/>
              <a:gd name="connsiteX1" fmla="*/ 405490 w 7277496"/>
              <a:gd name="connsiteY1" fmla="*/ 0 h 5667148"/>
              <a:gd name="connsiteX2" fmla="*/ 7277496 w 7277496"/>
              <a:gd name="connsiteY2" fmla="*/ 5938 h 5667148"/>
              <a:gd name="connsiteX3" fmla="*/ 7267350 w 7277496"/>
              <a:gd name="connsiteY3" fmla="*/ 3890478 h 5667148"/>
              <a:gd name="connsiteX4" fmla="*/ 6256218 w 7277496"/>
              <a:gd name="connsiteY4" fmla="*/ 5667148 h 5667148"/>
              <a:gd name="connsiteX5" fmla="*/ 1005194 w 7277496"/>
              <a:gd name="connsiteY5" fmla="*/ 5667148 h 5667148"/>
              <a:gd name="connsiteX6" fmla="*/ 0 w 7277496"/>
              <a:gd name="connsiteY6" fmla="*/ 2607943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50728 w 6872006"/>
              <a:gd name="connsiteY4" fmla="*/ 5667148 h 5667148"/>
              <a:gd name="connsiteX5" fmla="*/ 599704 w 6872006"/>
              <a:gd name="connsiteY5" fmla="*/ 5667148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50728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60353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176088 w 6872006"/>
              <a:gd name="connsiteY0" fmla="*/ 3346088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60353 w 6872006"/>
              <a:gd name="connsiteY4" fmla="*/ 5667148 h 5667148"/>
              <a:gd name="connsiteX5" fmla="*/ 1300348 w 6872006"/>
              <a:gd name="connsiteY5" fmla="*/ 5661210 h 5667148"/>
              <a:gd name="connsiteX6" fmla="*/ 176088 w 6872006"/>
              <a:gd name="connsiteY6" fmla="*/ 3346088 h 5667148"/>
              <a:gd name="connsiteX0" fmla="*/ 0 w 6874673"/>
              <a:gd name="connsiteY0" fmla="*/ 3469841 h 5667148"/>
              <a:gd name="connsiteX1" fmla="*/ 2667 w 6874673"/>
              <a:gd name="connsiteY1" fmla="*/ 0 h 5667148"/>
              <a:gd name="connsiteX2" fmla="*/ 6874673 w 6874673"/>
              <a:gd name="connsiteY2" fmla="*/ 5938 h 5667148"/>
              <a:gd name="connsiteX3" fmla="*/ 6864527 w 6874673"/>
              <a:gd name="connsiteY3" fmla="*/ 3890478 h 5667148"/>
              <a:gd name="connsiteX4" fmla="*/ 5863020 w 6874673"/>
              <a:gd name="connsiteY4" fmla="*/ 5667148 h 5667148"/>
              <a:gd name="connsiteX5" fmla="*/ 1303015 w 6874673"/>
              <a:gd name="connsiteY5" fmla="*/ 5661210 h 5667148"/>
              <a:gd name="connsiteX6" fmla="*/ 0 w 6874673"/>
              <a:gd name="connsiteY6" fmla="*/ 3469841 h 5667148"/>
              <a:gd name="connsiteX0" fmla="*/ 0 w 6864527"/>
              <a:gd name="connsiteY0" fmla="*/ 3469841 h 5667148"/>
              <a:gd name="connsiteX1" fmla="*/ 2667 w 6864527"/>
              <a:gd name="connsiteY1" fmla="*/ 0 h 5667148"/>
              <a:gd name="connsiteX2" fmla="*/ 6809978 w 6864527"/>
              <a:gd name="connsiteY2" fmla="*/ 87889 h 5667148"/>
              <a:gd name="connsiteX3" fmla="*/ 6864527 w 6864527"/>
              <a:gd name="connsiteY3" fmla="*/ 3890478 h 5667148"/>
              <a:gd name="connsiteX4" fmla="*/ 5863020 w 6864527"/>
              <a:gd name="connsiteY4" fmla="*/ 5667148 h 5667148"/>
              <a:gd name="connsiteX5" fmla="*/ 1303015 w 6864527"/>
              <a:gd name="connsiteY5" fmla="*/ 5661210 h 5667148"/>
              <a:gd name="connsiteX6" fmla="*/ 0 w 6864527"/>
              <a:gd name="connsiteY6" fmla="*/ 3469841 h 5667148"/>
              <a:gd name="connsiteX0" fmla="*/ 0 w 6866053"/>
              <a:gd name="connsiteY0" fmla="*/ 3472530 h 5669837"/>
              <a:gd name="connsiteX1" fmla="*/ 2667 w 6866053"/>
              <a:gd name="connsiteY1" fmla="*/ 2689 h 5669837"/>
              <a:gd name="connsiteX2" fmla="*/ 6866053 w 6866053"/>
              <a:gd name="connsiteY2" fmla="*/ 0 h 5669837"/>
              <a:gd name="connsiteX3" fmla="*/ 6864527 w 6866053"/>
              <a:gd name="connsiteY3" fmla="*/ 3893167 h 5669837"/>
              <a:gd name="connsiteX4" fmla="*/ 5863020 w 6866053"/>
              <a:gd name="connsiteY4" fmla="*/ 5669837 h 5669837"/>
              <a:gd name="connsiteX5" fmla="*/ 1303015 w 6866053"/>
              <a:gd name="connsiteY5" fmla="*/ 5663899 h 5669837"/>
              <a:gd name="connsiteX6" fmla="*/ 0 w 6866053"/>
              <a:gd name="connsiteY6" fmla="*/ 3472530 h 566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6053" h="5669837">
                <a:moveTo>
                  <a:pt x="0" y="3472530"/>
                </a:moveTo>
                <a:lnTo>
                  <a:pt x="2667" y="2689"/>
                </a:lnTo>
                <a:lnTo>
                  <a:pt x="6866053" y="0"/>
                </a:lnTo>
                <a:cubicBezTo>
                  <a:pt x="6865544" y="1297722"/>
                  <a:pt x="6865036" y="2595445"/>
                  <a:pt x="6864527" y="3893167"/>
                </a:cubicBezTo>
                <a:lnTo>
                  <a:pt x="5863020" y="5669837"/>
                </a:lnTo>
                <a:lnTo>
                  <a:pt x="1303015" y="5663899"/>
                </a:lnTo>
                <a:lnTo>
                  <a:pt x="0" y="3472530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B5F59B-0C3D-DF40-B199-A44391FFF98F}"/>
              </a:ext>
            </a:extLst>
          </p:cNvPr>
          <p:cNvCxnSpPr/>
          <p:nvPr userDrawn="1"/>
        </p:nvCxnSpPr>
        <p:spPr>
          <a:xfrm>
            <a:off x="10724056" y="516181"/>
            <a:ext cx="8651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F028685-F054-4DD8-8293-CE85C7CFC1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729034" cy="6858000"/>
          </a:xfrm>
          <a:custGeom>
            <a:avLst/>
            <a:gdLst>
              <a:gd name="connsiteX0" fmla="*/ 0 w 11328400"/>
              <a:gd name="connsiteY0" fmla="*/ 0 h 6858000"/>
              <a:gd name="connsiteX1" fmla="*/ 11328400 w 11328400"/>
              <a:gd name="connsiteY1" fmla="*/ 0 h 6858000"/>
              <a:gd name="connsiteX2" fmla="*/ 11328400 w 11328400"/>
              <a:gd name="connsiteY2" fmla="*/ 1050 h 6858000"/>
              <a:gd name="connsiteX3" fmla="*/ 8729034 w 11328400"/>
              <a:gd name="connsiteY3" fmla="*/ 4209 h 6858000"/>
              <a:gd name="connsiteX4" fmla="*/ 6530790 w 11328400"/>
              <a:gd name="connsiteY4" fmla="*/ 1300348 h 6858000"/>
              <a:gd name="connsiteX5" fmla="*/ 6524852 w 11328400"/>
              <a:gd name="connsiteY5" fmla="*/ 5860353 h 6858000"/>
              <a:gd name="connsiteX6" fmla="*/ 8294675 w 11328400"/>
              <a:gd name="connsiteY6" fmla="*/ 6858000 h 6858000"/>
              <a:gd name="connsiteX7" fmla="*/ 0 w 11328400"/>
              <a:gd name="connsiteY7" fmla="*/ 6858000 h 6858000"/>
              <a:gd name="connsiteX0" fmla="*/ 0 w 11328400"/>
              <a:gd name="connsiteY0" fmla="*/ 102078 h 6960078"/>
              <a:gd name="connsiteX1" fmla="*/ 11328400 w 11328400"/>
              <a:gd name="connsiteY1" fmla="*/ 102078 h 6960078"/>
              <a:gd name="connsiteX2" fmla="*/ 8963335 w 11328400"/>
              <a:gd name="connsiteY2" fmla="*/ 0 h 6960078"/>
              <a:gd name="connsiteX3" fmla="*/ 8729034 w 11328400"/>
              <a:gd name="connsiteY3" fmla="*/ 106287 h 6960078"/>
              <a:gd name="connsiteX4" fmla="*/ 6530790 w 11328400"/>
              <a:gd name="connsiteY4" fmla="*/ 1402426 h 6960078"/>
              <a:gd name="connsiteX5" fmla="*/ 6524852 w 11328400"/>
              <a:gd name="connsiteY5" fmla="*/ 5962431 h 6960078"/>
              <a:gd name="connsiteX6" fmla="*/ 8294675 w 11328400"/>
              <a:gd name="connsiteY6" fmla="*/ 6960078 h 6960078"/>
              <a:gd name="connsiteX7" fmla="*/ 0 w 11328400"/>
              <a:gd name="connsiteY7" fmla="*/ 6960078 h 6960078"/>
              <a:gd name="connsiteX8" fmla="*/ 0 w 11328400"/>
              <a:gd name="connsiteY8" fmla="*/ 102078 h 6960078"/>
              <a:gd name="connsiteX0" fmla="*/ 0 w 9877735"/>
              <a:gd name="connsiteY0" fmla="*/ 102078 h 6960078"/>
              <a:gd name="connsiteX1" fmla="*/ 9877735 w 9877735"/>
              <a:gd name="connsiteY1" fmla="*/ 60827 h 6960078"/>
              <a:gd name="connsiteX2" fmla="*/ 8963335 w 9877735"/>
              <a:gd name="connsiteY2" fmla="*/ 0 h 6960078"/>
              <a:gd name="connsiteX3" fmla="*/ 8729034 w 9877735"/>
              <a:gd name="connsiteY3" fmla="*/ 106287 h 6960078"/>
              <a:gd name="connsiteX4" fmla="*/ 6530790 w 9877735"/>
              <a:gd name="connsiteY4" fmla="*/ 1402426 h 6960078"/>
              <a:gd name="connsiteX5" fmla="*/ 6524852 w 9877735"/>
              <a:gd name="connsiteY5" fmla="*/ 5962431 h 6960078"/>
              <a:gd name="connsiteX6" fmla="*/ 8294675 w 9877735"/>
              <a:gd name="connsiteY6" fmla="*/ 6960078 h 6960078"/>
              <a:gd name="connsiteX7" fmla="*/ 0 w 9877735"/>
              <a:gd name="connsiteY7" fmla="*/ 6960078 h 6960078"/>
              <a:gd name="connsiteX8" fmla="*/ 0 w 9877735"/>
              <a:gd name="connsiteY8" fmla="*/ 102078 h 6960078"/>
              <a:gd name="connsiteX0" fmla="*/ 0 w 8963335"/>
              <a:gd name="connsiteY0" fmla="*/ 102078 h 6960078"/>
              <a:gd name="connsiteX1" fmla="*/ 8502698 w 8963335"/>
              <a:gd name="connsiteY1" fmla="*/ 88328 h 6960078"/>
              <a:gd name="connsiteX2" fmla="*/ 8963335 w 8963335"/>
              <a:gd name="connsiteY2" fmla="*/ 0 h 6960078"/>
              <a:gd name="connsiteX3" fmla="*/ 8729034 w 8963335"/>
              <a:gd name="connsiteY3" fmla="*/ 106287 h 6960078"/>
              <a:gd name="connsiteX4" fmla="*/ 6530790 w 8963335"/>
              <a:gd name="connsiteY4" fmla="*/ 1402426 h 6960078"/>
              <a:gd name="connsiteX5" fmla="*/ 6524852 w 8963335"/>
              <a:gd name="connsiteY5" fmla="*/ 5962431 h 6960078"/>
              <a:gd name="connsiteX6" fmla="*/ 8294675 w 8963335"/>
              <a:gd name="connsiteY6" fmla="*/ 6960078 h 6960078"/>
              <a:gd name="connsiteX7" fmla="*/ 0 w 8963335"/>
              <a:gd name="connsiteY7" fmla="*/ 6960078 h 6960078"/>
              <a:gd name="connsiteX8" fmla="*/ 0 w 8963335"/>
              <a:gd name="connsiteY8" fmla="*/ 102078 h 6960078"/>
              <a:gd name="connsiteX0" fmla="*/ 0 w 9073338"/>
              <a:gd name="connsiteY0" fmla="*/ 157080 h 7015080"/>
              <a:gd name="connsiteX1" fmla="*/ 8502698 w 9073338"/>
              <a:gd name="connsiteY1" fmla="*/ 143330 h 7015080"/>
              <a:gd name="connsiteX2" fmla="*/ 9073338 w 9073338"/>
              <a:gd name="connsiteY2" fmla="*/ 0 h 7015080"/>
              <a:gd name="connsiteX3" fmla="*/ 8729034 w 9073338"/>
              <a:gd name="connsiteY3" fmla="*/ 161289 h 7015080"/>
              <a:gd name="connsiteX4" fmla="*/ 6530790 w 9073338"/>
              <a:gd name="connsiteY4" fmla="*/ 1457428 h 7015080"/>
              <a:gd name="connsiteX5" fmla="*/ 6524852 w 9073338"/>
              <a:gd name="connsiteY5" fmla="*/ 6017433 h 7015080"/>
              <a:gd name="connsiteX6" fmla="*/ 8294675 w 9073338"/>
              <a:gd name="connsiteY6" fmla="*/ 7015080 h 7015080"/>
              <a:gd name="connsiteX7" fmla="*/ 0 w 9073338"/>
              <a:gd name="connsiteY7" fmla="*/ 7015080 h 7015080"/>
              <a:gd name="connsiteX8" fmla="*/ 0 w 9073338"/>
              <a:gd name="connsiteY8" fmla="*/ 157080 h 7015080"/>
              <a:gd name="connsiteX0" fmla="*/ 0 w 8729034"/>
              <a:gd name="connsiteY0" fmla="*/ 13750 h 6871750"/>
              <a:gd name="connsiteX1" fmla="*/ 8502698 w 8729034"/>
              <a:gd name="connsiteY1" fmla="*/ 0 h 6871750"/>
              <a:gd name="connsiteX2" fmla="*/ 8729034 w 8729034"/>
              <a:gd name="connsiteY2" fmla="*/ 17959 h 6871750"/>
              <a:gd name="connsiteX3" fmla="*/ 6530790 w 8729034"/>
              <a:gd name="connsiteY3" fmla="*/ 1314098 h 6871750"/>
              <a:gd name="connsiteX4" fmla="*/ 6524852 w 8729034"/>
              <a:gd name="connsiteY4" fmla="*/ 5874103 h 6871750"/>
              <a:gd name="connsiteX5" fmla="*/ 8294675 w 8729034"/>
              <a:gd name="connsiteY5" fmla="*/ 6871750 h 6871750"/>
              <a:gd name="connsiteX6" fmla="*/ 0 w 8729034"/>
              <a:gd name="connsiteY6" fmla="*/ 6871750 h 6871750"/>
              <a:gd name="connsiteX7" fmla="*/ 0 w 8729034"/>
              <a:gd name="connsiteY7" fmla="*/ 13750 h 6871750"/>
              <a:gd name="connsiteX0" fmla="*/ 0 w 8729034"/>
              <a:gd name="connsiteY0" fmla="*/ 0 h 6858000"/>
              <a:gd name="connsiteX1" fmla="*/ 8729034 w 8729034"/>
              <a:gd name="connsiteY1" fmla="*/ 4209 h 6858000"/>
              <a:gd name="connsiteX2" fmla="*/ 6530790 w 8729034"/>
              <a:gd name="connsiteY2" fmla="*/ 1300348 h 6858000"/>
              <a:gd name="connsiteX3" fmla="*/ 6524852 w 8729034"/>
              <a:gd name="connsiteY3" fmla="*/ 5860353 h 6858000"/>
              <a:gd name="connsiteX4" fmla="*/ 8294675 w 8729034"/>
              <a:gd name="connsiteY4" fmla="*/ 6858000 h 6858000"/>
              <a:gd name="connsiteX5" fmla="*/ 0 w 8729034"/>
              <a:gd name="connsiteY5" fmla="*/ 6858000 h 6858000"/>
              <a:gd name="connsiteX6" fmla="*/ 0 w 8729034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29034" h="6858000">
                <a:moveTo>
                  <a:pt x="0" y="0"/>
                </a:moveTo>
                <a:lnTo>
                  <a:pt x="8729034" y="4209"/>
                </a:lnTo>
                <a:lnTo>
                  <a:pt x="6530790" y="1300348"/>
                </a:lnTo>
                <a:cubicBezTo>
                  <a:pt x="6528811" y="2820350"/>
                  <a:pt x="6526831" y="4340351"/>
                  <a:pt x="6524852" y="5860353"/>
                </a:cubicBezTo>
                <a:lnTo>
                  <a:pt x="82946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6F8F8"/>
          </a:solidFill>
        </p:spPr>
        <p:txBody>
          <a:bodyPr wrap="square" lIns="720000" tIns="1080000" rIns="2880000" bIns="2880000" anchor="ctr">
            <a:noAutofit/>
          </a:bodyPr>
          <a:lstStyle>
            <a:lvl1pPr marL="0" indent="0" algn="l">
              <a:buNone/>
              <a:defRPr/>
            </a:lvl1pPr>
          </a:lstStyle>
          <a:p>
            <a:r>
              <a:rPr lang="en-GB" dirty="0"/>
              <a:t>Click on icon to insert image (include Alt Text)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D2FB892-A0F4-4B49-946B-F27A170AF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12933" y="612000"/>
            <a:ext cx="3217820" cy="508000"/>
          </a:xfrm>
        </p:spPr>
        <p:txBody>
          <a:bodyPr lIns="0" tIns="0" rIns="0" bIns="0"/>
          <a:lstStyle>
            <a:lvl1pPr algn="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Heading label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C3F5774-42F5-8F4D-BDAC-F15EC1784E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2605" y="1928217"/>
            <a:ext cx="4428148" cy="30015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16000" indent="-216000">
              <a:buNone/>
              <a:defRPr sz="30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“quote text here, quote text here, quote text here, keep it short across 6 lines maximum”</a:t>
            </a:r>
          </a:p>
        </p:txBody>
      </p:sp>
      <p:pic>
        <p:nvPicPr>
          <p:cNvPr id="16" name="Picture 15" descr="Icon&#10;&#10;Description automatically generated with medium confidence">
            <a:extLst>
              <a:ext uri="{FF2B5EF4-FFF2-40B4-BE49-F238E27FC236}">
                <a16:creationId xmlns:a16="http://schemas.microsoft.com/office/drawing/2014/main" id="{FE273B9A-151F-E548-A2F2-36CBDDC512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7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>
            <a:extLst>
              <a:ext uri="{FF2B5EF4-FFF2-40B4-BE49-F238E27FC236}">
                <a16:creationId xmlns:a16="http://schemas.microsoft.com/office/drawing/2014/main" id="{02B2AFD7-4763-4945-98B2-A61CB49D6A22}"/>
              </a:ext>
            </a:extLst>
          </p:cNvPr>
          <p:cNvSpPr/>
          <p:nvPr userDrawn="1"/>
        </p:nvSpPr>
        <p:spPr>
          <a:xfrm rot="5400000">
            <a:off x="5926744" y="595440"/>
            <a:ext cx="6866053" cy="5669837"/>
          </a:xfrm>
          <a:custGeom>
            <a:avLst/>
            <a:gdLst>
              <a:gd name="connsiteX0" fmla="*/ 0 w 7261412"/>
              <a:gd name="connsiteY0" fmla="*/ 3059206 h 6118412"/>
              <a:gd name="connsiteX1" fmla="*/ 1005194 w 7261412"/>
              <a:gd name="connsiteY1" fmla="*/ 1 h 6118412"/>
              <a:gd name="connsiteX2" fmla="*/ 6256218 w 7261412"/>
              <a:gd name="connsiteY2" fmla="*/ 1 h 6118412"/>
              <a:gd name="connsiteX3" fmla="*/ 7261412 w 7261412"/>
              <a:gd name="connsiteY3" fmla="*/ 3059206 h 6118412"/>
              <a:gd name="connsiteX4" fmla="*/ 6256218 w 7261412"/>
              <a:gd name="connsiteY4" fmla="*/ 6118411 h 6118412"/>
              <a:gd name="connsiteX5" fmla="*/ 1005194 w 7261412"/>
              <a:gd name="connsiteY5" fmla="*/ 6118411 h 6118412"/>
              <a:gd name="connsiteX6" fmla="*/ 0 w 7261412"/>
              <a:gd name="connsiteY6" fmla="*/ 3059206 h 6118412"/>
              <a:gd name="connsiteX0" fmla="*/ 0 w 7267350"/>
              <a:gd name="connsiteY0" fmla="*/ 3059205 h 6118410"/>
              <a:gd name="connsiteX1" fmla="*/ 1005194 w 7267350"/>
              <a:gd name="connsiteY1" fmla="*/ 0 h 6118410"/>
              <a:gd name="connsiteX2" fmla="*/ 6256218 w 7267350"/>
              <a:gd name="connsiteY2" fmla="*/ 0 h 6118410"/>
              <a:gd name="connsiteX3" fmla="*/ 7267350 w 7267350"/>
              <a:gd name="connsiteY3" fmla="*/ 4341740 h 6118410"/>
              <a:gd name="connsiteX4" fmla="*/ 6256218 w 7267350"/>
              <a:gd name="connsiteY4" fmla="*/ 6118410 h 6118410"/>
              <a:gd name="connsiteX5" fmla="*/ 1005194 w 7267350"/>
              <a:gd name="connsiteY5" fmla="*/ 6118410 h 6118410"/>
              <a:gd name="connsiteX6" fmla="*/ 0 w 7267350"/>
              <a:gd name="connsiteY6" fmla="*/ 3059205 h 6118410"/>
              <a:gd name="connsiteX0" fmla="*/ 0 w 7277496"/>
              <a:gd name="connsiteY0" fmla="*/ 3059205 h 6118410"/>
              <a:gd name="connsiteX1" fmla="*/ 1005194 w 7277496"/>
              <a:gd name="connsiteY1" fmla="*/ 0 h 6118410"/>
              <a:gd name="connsiteX2" fmla="*/ 7277496 w 7277496"/>
              <a:gd name="connsiteY2" fmla="*/ 457200 h 6118410"/>
              <a:gd name="connsiteX3" fmla="*/ 7267350 w 7277496"/>
              <a:gd name="connsiteY3" fmla="*/ 4341740 h 6118410"/>
              <a:gd name="connsiteX4" fmla="*/ 6256218 w 7277496"/>
              <a:gd name="connsiteY4" fmla="*/ 6118410 h 6118410"/>
              <a:gd name="connsiteX5" fmla="*/ 1005194 w 7277496"/>
              <a:gd name="connsiteY5" fmla="*/ 6118410 h 6118410"/>
              <a:gd name="connsiteX6" fmla="*/ 0 w 7277496"/>
              <a:gd name="connsiteY6" fmla="*/ 3059205 h 6118410"/>
              <a:gd name="connsiteX0" fmla="*/ 0 w 7277496"/>
              <a:gd name="connsiteY0" fmla="*/ 2607943 h 5667148"/>
              <a:gd name="connsiteX1" fmla="*/ 405490 w 7277496"/>
              <a:gd name="connsiteY1" fmla="*/ 0 h 5667148"/>
              <a:gd name="connsiteX2" fmla="*/ 7277496 w 7277496"/>
              <a:gd name="connsiteY2" fmla="*/ 5938 h 5667148"/>
              <a:gd name="connsiteX3" fmla="*/ 7267350 w 7277496"/>
              <a:gd name="connsiteY3" fmla="*/ 3890478 h 5667148"/>
              <a:gd name="connsiteX4" fmla="*/ 6256218 w 7277496"/>
              <a:gd name="connsiteY4" fmla="*/ 5667148 h 5667148"/>
              <a:gd name="connsiteX5" fmla="*/ 1005194 w 7277496"/>
              <a:gd name="connsiteY5" fmla="*/ 5667148 h 5667148"/>
              <a:gd name="connsiteX6" fmla="*/ 0 w 7277496"/>
              <a:gd name="connsiteY6" fmla="*/ 2607943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50728 w 6872006"/>
              <a:gd name="connsiteY4" fmla="*/ 5667148 h 5667148"/>
              <a:gd name="connsiteX5" fmla="*/ 599704 w 6872006"/>
              <a:gd name="connsiteY5" fmla="*/ 5667148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50728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60353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176088 w 6872006"/>
              <a:gd name="connsiteY0" fmla="*/ 3346088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60353 w 6872006"/>
              <a:gd name="connsiteY4" fmla="*/ 5667148 h 5667148"/>
              <a:gd name="connsiteX5" fmla="*/ 1300348 w 6872006"/>
              <a:gd name="connsiteY5" fmla="*/ 5661210 h 5667148"/>
              <a:gd name="connsiteX6" fmla="*/ 176088 w 6872006"/>
              <a:gd name="connsiteY6" fmla="*/ 3346088 h 5667148"/>
              <a:gd name="connsiteX0" fmla="*/ 0 w 6874673"/>
              <a:gd name="connsiteY0" fmla="*/ 3469841 h 5667148"/>
              <a:gd name="connsiteX1" fmla="*/ 2667 w 6874673"/>
              <a:gd name="connsiteY1" fmla="*/ 0 h 5667148"/>
              <a:gd name="connsiteX2" fmla="*/ 6874673 w 6874673"/>
              <a:gd name="connsiteY2" fmla="*/ 5938 h 5667148"/>
              <a:gd name="connsiteX3" fmla="*/ 6864527 w 6874673"/>
              <a:gd name="connsiteY3" fmla="*/ 3890478 h 5667148"/>
              <a:gd name="connsiteX4" fmla="*/ 5863020 w 6874673"/>
              <a:gd name="connsiteY4" fmla="*/ 5667148 h 5667148"/>
              <a:gd name="connsiteX5" fmla="*/ 1303015 w 6874673"/>
              <a:gd name="connsiteY5" fmla="*/ 5661210 h 5667148"/>
              <a:gd name="connsiteX6" fmla="*/ 0 w 6874673"/>
              <a:gd name="connsiteY6" fmla="*/ 3469841 h 5667148"/>
              <a:gd name="connsiteX0" fmla="*/ 0 w 6864527"/>
              <a:gd name="connsiteY0" fmla="*/ 3469841 h 5667148"/>
              <a:gd name="connsiteX1" fmla="*/ 2667 w 6864527"/>
              <a:gd name="connsiteY1" fmla="*/ 0 h 5667148"/>
              <a:gd name="connsiteX2" fmla="*/ 6809978 w 6864527"/>
              <a:gd name="connsiteY2" fmla="*/ 87889 h 5667148"/>
              <a:gd name="connsiteX3" fmla="*/ 6864527 w 6864527"/>
              <a:gd name="connsiteY3" fmla="*/ 3890478 h 5667148"/>
              <a:gd name="connsiteX4" fmla="*/ 5863020 w 6864527"/>
              <a:gd name="connsiteY4" fmla="*/ 5667148 h 5667148"/>
              <a:gd name="connsiteX5" fmla="*/ 1303015 w 6864527"/>
              <a:gd name="connsiteY5" fmla="*/ 5661210 h 5667148"/>
              <a:gd name="connsiteX6" fmla="*/ 0 w 6864527"/>
              <a:gd name="connsiteY6" fmla="*/ 3469841 h 5667148"/>
              <a:gd name="connsiteX0" fmla="*/ 0 w 6866053"/>
              <a:gd name="connsiteY0" fmla="*/ 3472530 h 5669837"/>
              <a:gd name="connsiteX1" fmla="*/ 2667 w 6866053"/>
              <a:gd name="connsiteY1" fmla="*/ 2689 h 5669837"/>
              <a:gd name="connsiteX2" fmla="*/ 6866053 w 6866053"/>
              <a:gd name="connsiteY2" fmla="*/ 0 h 5669837"/>
              <a:gd name="connsiteX3" fmla="*/ 6864527 w 6866053"/>
              <a:gd name="connsiteY3" fmla="*/ 3893167 h 5669837"/>
              <a:gd name="connsiteX4" fmla="*/ 5863020 w 6866053"/>
              <a:gd name="connsiteY4" fmla="*/ 5669837 h 5669837"/>
              <a:gd name="connsiteX5" fmla="*/ 1303015 w 6866053"/>
              <a:gd name="connsiteY5" fmla="*/ 5663899 h 5669837"/>
              <a:gd name="connsiteX6" fmla="*/ 0 w 6866053"/>
              <a:gd name="connsiteY6" fmla="*/ 3472530 h 566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6053" h="5669837">
                <a:moveTo>
                  <a:pt x="0" y="3472530"/>
                </a:moveTo>
                <a:lnTo>
                  <a:pt x="2667" y="2689"/>
                </a:lnTo>
                <a:lnTo>
                  <a:pt x="6866053" y="0"/>
                </a:lnTo>
                <a:cubicBezTo>
                  <a:pt x="6865544" y="1297722"/>
                  <a:pt x="6865036" y="2595445"/>
                  <a:pt x="6864527" y="3893167"/>
                </a:cubicBezTo>
                <a:lnTo>
                  <a:pt x="5863020" y="5669837"/>
                </a:lnTo>
                <a:lnTo>
                  <a:pt x="1303015" y="5663899"/>
                </a:lnTo>
                <a:lnTo>
                  <a:pt x="0" y="347253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B5F59B-0C3D-DF40-B199-A44391FFF98F}"/>
              </a:ext>
            </a:extLst>
          </p:cNvPr>
          <p:cNvCxnSpPr/>
          <p:nvPr userDrawn="1"/>
        </p:nvCxnSpPr>
        <p:spPr>
          <a:xfrm>
            <a:off x="10724056" y="516181"/>
            <a:ext cx="865108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F028685-F054-4DD8-8293-CE85C7CFC1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729034" cy="6858000"/>
          </a:xfrm>
          <a:custGeom>
            <a:avLst/>
            <a:gdLst>
              <a:gd name="connsiteX0" fmla="*/ 0 w 11328400"/>
              <a:gd name="connsiteY0" fmla="*/ 0 h 6858000"/>
              <a:gd name="connsiteX1" fmla="*/ 11328400 w 11328400"/>
              <a:gd name="connsiteY1" fmla="*/ 0 h 6858000"/>
              <a:gd name="connsiteX2" fmla="*/ 11328400 w 11328400"/>
              <a:gd name="connsiteY2" fmla="*/ 1050 h 6858000"/>
              <a:gd name="connsiteX3" fmla="*/ 8729034 w 11328400"/>
              <a:gd name="connsiteY3" fmla="*/ 4209 h 6858000"/>
              <a:gd name="connsiteX4" fmla="*/ 6530790 w 11328400"/>
              <a:gd name="connsiteY4" fmla="*/ 1300348 h 6858000"/>
              <a:gd name="connsiteX5" fmla="*/ 6524852 w 11328400"/>
              <a:gd name="connsiteY5" fmla="*/ 5860353 h 6858000"/>
              <a:gd name="connsiteX6" fmla="*/ 8294675 w 11328400"/>
              <a:gd name="connsiteY6" fmla="*/ 6858000 h 6858000"/>
              <a:gd name="connsiteX7" fmla="*/ 0 w 11328400"/>
              <a:gd name="connsiteY7" fmla="*/ 6858000 h 6858000"/>
              <a:gd name="connsiteX0" fmla="*/ 0 w 11328400"/>
              <a:gd name="connsiteY0" fmla="*/ 102078 h 6960078"/>
              <a:gd name="connsiteX1" fmla="*/ 11328400 w 11328400"/>
              <a:gd name="connsiteY1" fmla="*/ 102078 h 6960078"/>
              <a:gd name="connsiteX2" fmla="*/ 8963335 w 11328400"/>
              <a:gd name="connsiteY2" fmla="*/ 0 h 6960078"/>
              <a:gd name="connsiteX3" fmla="*/ 8729034 w 11328400"/>
              <a:gd name="connsiteY3" fmla="*/ 106287 h 6960078"/>
              <a:gd name="connsiteX4" fmla="*/ 6530790 w 11328400"/>
              <a:gd name="connsiteY4" fmla="*/ 1402426 h 6960078"/>
              <a:gd name="connsiteX5" fmla="*/ 6524852 w 11328400"/>
              <a:gd name="connsiteY5" fmla="*/ 5962431 h 6960078"/>
              <a:gd name="connsiteX6" fmla="*/ 8294675 w 11328400"/>
              <a:gd name="connsiteY6" fmla="*/ 6960078 h 6960078"/>
              <a:gd name="connsiteX7" fmla="*/ 0 w 11328400"/>
              <a:gd name="connsiteY7" fmla="*/ 6960078 h 6960078"/>
              <a:gd name="connsiteX8" fmla="*/ 0 w 11328400"/>
              <a:gd name="connsiteY8" fmla="*/ 102078 h 6960078"/>
              <a:gd name="connsiteX0" fmla="*/ 0 w 9877735"/>
              <a:gd name="connsiteY0" fmla="*/ 102078 h 6960078"/>
              <a:gd name="connsiteX1" fmla="*/ 9877735 w 9877735"/>
              <a:gd name="connsiteY1" fmla="*/ 60827 h 6960078"/>
              <a:gd name="connsiteX2" fmla="*/ 8963335 w 9877735"/>
              <a:gd name="connsiteY2" fmla="*/ 0 h 6960078"/>
              <a:gd name="connsiteX3" fmla="*/ 8729034 w 9877735"/>
              <a:gd name="connsiteY3" fmla="*/ 106287 h 6960078"/>
              <a:gd name="connsiteX4" fmla="*/ 6530790 w 9877735"/>
              <a:gd name="connsiteY4" fmla="*/ 1402426 h 6960078"/>
              <a:gd name="connsiteX5" fmla="*/ 6524852 w 9877735"/>
              <a:gd name="connsiteY5" fmla="*/ 5962431 h 6960078"/>
              <a:gd name="connsiteX6" fmla="*/ 8294675 w 9877735"/>
              <a:gd name="connsiteY6" fmla="*/ 6960078 h 6960078"/>
              <a:gd name="connsiteX7" fmla="*/ 0 w 9877735"/>
              <a:gd name="connsiteY7" fmla="*/ 6960078 h 6960078"/>
              <a:gd name="connsiteX8" fmla="*/ 0 w 9877735"/>
              <a:gd name="connsiteY8" fmla="*/ 102078 h 6960078"/>
              <a:gd name="connsiteX0" fmla="*/ 0 w 8963335"/>
              <a:gd name="connsiteY0" fmla="*/ 102078 h 6960078"/>
              <a:gd name="connsiteX1" fmla="*/ 8502698 w 8963335"/>
              <a:gd name="connsiteY1" fmla="*/ 88328 h 6960078"/>
              <a:gd name="connsiteX2" fmla="*/ 8963335 w 8963335"/>
              <a:gd name="connsiteY2" fmla="*/ 0 h 6960078"/>
              <a:gd name="connsiteX3" fmla="*/ 8729034 w 8963335"/>
              <a:gd name="connsiteY3" fmla="*/ 106287 h 6960078"/>
              <a:gd name="connsiteX4" fmla="*/ 6530790 w 8963335"/>
              <a:gd name="connsiteY4" fmla="*/ 1402426 h 6960078"/>
              <a:gd name="connsiteX5" fmla="*/ 6524852 w 8963335"/>
              <a:gd name="connsiteY5" fmla="*/ 5962431 h 6960078"/>
              <a:gd name="connsiteX6" fmla="*/ 8294675 w 8963335"/>
              <a:gd name="connsiteY6" fmla="*/ 6960078 h 6960078"/>
              <a:gd name="connsiteX7" fmla="*/ 0 w 8963335"/>
              <a:gd name="connsiteY7" fmla="*/ 6960078 h 6960078"/>
              <a:gd name="connsiteX8" fmla="*/ 0 w 8963335"/>
              <a:gd name="connsiteY8" fmla="*/ 102078 h 6960078"/>
              <a:gd name="connsiteX0" fmla="*/ 0 w 9073338"/>
              <a:gd name="connsiteY0" fmla="*/ 157080 h 7015080"/>
              <a:gd name="connsiteX1" fmla="*/ 8502698 w 9073338"/>
              <a:gd name="connsiteY1" fmla="*/ 143330 h 7015080"/>
              <a:gd name="connsiteX2" fmla="*/ 9073338 w 9073338"/>
              <a:gd name="connsiteY2" fmla="*/ 0 h 7015080"/>
              <a:gd name="connsiteX3" fmla="*/ 8729034 w 9073338"/>
              <a:gd name="connsiteY3" fmla="*/ 161289 h 7015080"/>
              <a:gd name="connsiteX4" fmla="*/ 6530790 w 9073338"/>
              <a:gd name="connsiteY4" fmla="*/ 1457428 h 7015080"/>
              <a:gd name="connsiteX5" fmla="*/ 6524852 w 9073338"/>
              <a:gd name="connsiteY5" fmla="*/ 6017433 h 7015080"/>
              <a:gd name="connsiteX6" fmla="*/ 8294675 w 9073338"/>
              <a:gd name="connsiteY6" fmla="*/ 7015080 h 7015080"/>
              <a:gd name="connsiteX7" fmla="*/ 0 w 9073338"/>
              <a:gd name="connsiteY7" fmla="*/ 7015080 h 7015080"/>
              <a:gd name="connsiteX8" fmla="*/ 0 w 9073338"/>
              <a:gd name="connsiteY8" fmla="*/ 157080 h 7015080"/>
              <a:gd name="connsiteX0" fmla="*/ 0 w 8729034"/>
              <a:gd name="connsiteY0" fmla="*/ 13750 h 6871750"/>
              <a:gd name="connsiteX1" fmla="*/ 8502698 w 8729034"/>
              <a:gd name="connsiteY1" fmla="*/ 0 h 6871750"/>
              <a:gd name="connsiteX2" fmla="*/ 8729034 w 8729034"/>
              <a:gd name="connsiteY2" fmla="*/ 17959 h 6871750"/>
              <a:gd name="connsiteX3" fmla="*/ 6530790 w 8729034"/>
              <a:gd name="connsiteY3" fmla="*/ 1314098 h 6871750"/>
              <a:gd name="connsiteX4" fmla="*/ 6524852 w 8729034"/>
              <a:gd name="connsiteY4" fmla="*/ 5874103 h 6871750"/>
              <a:gd name="connsiteX5" fmla="*/ 8294675 w 8729034"/>
              <a:gd name="connsiteY5" fmla="*/ 6871750 h 6871750"/>
              <a:gd name="connsiteX6" fmla="*/ 0 w 8729034"/>
              <a:gd name="connsiteY6" fmla="*/ 6871750 h 6871750"/>
              <a:gd name="connsiteX7" fmla="*/ 0 w 8729034"/>
              <a:gd name="connsiteY7" fmla="*/ 13750 h 6871750"/>
              <a:gd name="connsiteX0" fmla="*/ 0 w 8729034"/>
              <a:gd name="connsiteY0" fmla="*/ 0 h 6858000"/>
              <a:gd name="connsiteX1" fmla="*/ 8729034 w 8729034"/>
              <a:gd name="connsiteY1" fmla="*/ 4209 h 6858000"/>
              <a:gd name="connsiteX2" fmla="*/ 6530790 w 8729034"/>
              <a:gd name="connsiteY2" fmla="*/ 1300348 h 6858000"/>
              <a:gd name="connsiteX3" fmla="*/ 6524852 w 8729034"/>
              <a:gd name="connsiteY3" fmla="*/ 5860353 h 6858000"/>
              <a:gd name="connsiteX4" fmla="*/ 8294675 w 8729034"/>
              <a:gd name="connsiteY4" fmla="*/ 6858000 h 6858000"/>
              <a:gd name="connsiteX5" fmla="*/ 0 w 8729034"/>
              <a:gd name="connsiteY5" fmla="*/ 6858000 h 6858000"/>
              <a:gd name="connsiteX6" fmla="*/ 0 w 8729034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29034" h="6858000">
                <a:moveTo>
                  <a:pt x="0" y="0"/>
                </a:moveTo>
                <a:lnTo>
                  <a:pt x="8729034" y="4209"/>
                </a:lnTo>
                <a:lnTo>
                  <a:pt x="6530790" y="1300348"/>
                </a:lnTo>
                <a:cubicBezTo>
                  <a:pt x="6528811" y="2820350"/>
                  <a:pt x="6526831" y="4340351"/>
                  <a:pt x="6524852" y="5860353"/>
                </a:cubicBezTo>
                <a:lnTo>
                  <a:pt x="82946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6F8F8"/>
          </a:solidFill>
        </p:spPr>
        <p:txBody>
          <a:bodyPr wrap="square" lIns="720000" tIns="1080000" rIns="2880000" bIns="2880000" anchor="ctr">
            <a:noAutofit/>
          </a:bodyPr>
          <a:lstStyle>
            <a:lvl1pPr algn="l">
              <a:buNone/>
              <a:defRPr/>
            </a:lvl1pPr>
          </a:lstStyle>
          <a:p>
            <a:r>
              <a:rPr lang="en-GB" dirty="0"/>
              <a:t>Click on icon to insert image (include Alt Text)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D2FB892-A0F4-4B49-946B-F27A170AF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12933" y="612000"/>
            <a:ext cx="3217820" cy="508000"/>
          </a:xfrm>
        </p:spPr>
        <p:txBody>
          <a:bodyPr lIns="0" tIns="0" rIns="0" bIns="0"/>
          <a:lstStyle>
            <a:lvl1pPr algn="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Heading label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C3F5774-42F5-8F4D-BDAC-F15EC1784E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2605" y="1928217"/>
            <a:ext cx="4428148" cy="30015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16000" indent="-216000">
              <a:buNone/>
              <a:defRPr sz="30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“quote text here, quote text here, quote text here, keep it short across 6 lines maximum”</a:t>
            </a:r>
          </a:p>
        </p:txBody>
      </p:sp>
      <p:pic>
        <p:nvPicPr>
          <p:cNvPr id="11" name="Picture 10" descr="Icon&#10;&#10;Description automatically generated with medium confidence">
            <a:extLst>
              <a:ext uri="{FF2B5EF4-FFF2-40B4-BE49-F238E27FC236}">
                <a16:creationId xmlns:a16="http://schemas.microsoft.com/office/drawing/2014/main" id="{2CF8817C-009B-A24A-A1B0-665B56875E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image with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xagon 3">
            <a:extLst>
              <a:ext uri="{FF2B5EF4-FFF2-40B4-BE49-F238E27FC236}">
                <a16:creationId xmlns:a16="http://schemas.microsoft.com/office/drawing/2014/main" id="{916CD9E2-0E59-E54B-A342-1439CC94F98C}"/>
              </a:ext>
            </a:extLst>
          </p:cNvPr>
          <p:cNvSpPr/>
          <p:nvPr userDrawn="1"/>
        </p:nvSpPr>
        <p:spPr>
          <a:xfrm rot="16200000">
            <a:off x="-605612" y="596720"/>
            <a:ext cx="6864922" cy="5671482"/>
          </a:xfrm>
          <a:custGeom>
            <a:avLst/>
            <a:gdLst>
              <a:gd name="connsiteX0" fmla="*/ 0 w 7261412"/>
              <a:gd name="connsiteY0" fmla="*/ 3059206 h 6118412"/>
              <a:gd name="connsiteX1" fmla="*/ 1005194 w 7261412"/>
              <a:gd name="connsiteY1" fmla="*/ 1 h 6118412"/>
              <a:gd name="connsiteX2" fmla="*/ 6256218 w 7261412"/>
              <a:gd name="connsiteY2" fmla="*/ 1 h 6118412"/>
              <a:gd name="connsiteX3" fmla="*/ 7261412 w 7261412"/>
              <a:gd name="connsiteY3" fmla="*/ 3059206 h 6118412"/>
              <a:gd name="connsiteX4" fmla="*/ 6256218 w 7261412"/>
              <a:gd name="connsiteY4" fmla="*/ 6118411 h 6118412"/>
              <a:gd name="connsiteX5" fmla="*/ 1005194 w 7261412"/>
              <a:gd name="connsiteY5" fmla="*/ 6118411 h 6118412"/>
              <a:gd name="connsiteX6" fmla="*/ 0 w 7261412"/>
              <a:gd name="connsiteY6" fmla="*/ 3059206 h 6118412"/>
              <a:gd name="connsiteX0" fmla="*/ 0 w 7267350"/>
              <a:gd name="connsiteY0" fmla="*/ 3059205 h 6118410"/>
              <a:gd name="connsiteX1" fmla="*/ 1005194 w 7267350"/>
              <a:gd name="connsiteY1" fmla="*/ 0 h 6118410"/>
              <a:gd name="connsiteX2" fmla="*/ 6256218 w 7267350"/>
              <a:gd name="connsiteY2" fmla="*/ 0 h 6118410"/>
              <a:gd name="connsiteX3" fmla="*/ 7267350 w 7267350"/>
              <a:gd name="connsiteY3" fmla="*/ 4341740 h 6118410"/>
              <a:gd name="connsiteX4" fmla="*/ 6256218 w 7267350"/>
              <a:gd name="connsiteY4" fmla="*/ 6118410 h 6118410"/>
              <a:gd name="connsiteX5" fmla="*/ 1005194 w 7267350"/>
              <a:gd name="connsiteY5" fmla="*/ 6118410 h 6118410"/>
              <a:gd name="connsiteX6" fmla="*/ 0 w 7267350"/>
              <a:gd name="connsiteY6" fmla="*/ 3059205 h 6118410"/>
              <a:gd name="connsiteX0" fmla="*/ 0 w 7277496"/>
              <a:gd name="connsiteY0" fmla="*/ 3059205 h 6118410"/>
              <a:gd name="connsiteX1" fmla="*/ 1005194 w 7277496"/>
              <a:gd name="connsiteY1" fmla="*/ 0 h 6118410"/>
              <a:gd name="connsiteX2" fmla="*/ 7277496 w 7277496"/>
              <a:gd name="connsiteY2" fmla="*/ 457200 h 6118410"/>
              <a:gd name="connsiteX3" fmla="*/ 7267350 w 7277496"/>
              <a:gd name="connsiteY3" fmla="*/ 4341740 h 6118410"/>
              <a:gd name="connsiteX4" fmla="*/ 6256218 w 7277496"/>
              <a:gd name="connsiteY4" fmla="*/ 6118410 h 6118410"/>
              <a:gd name="connsiteX5" fmla="*/ 1005194 w 7277496"/>
              <a:gd name="connsiteY5" fmla="*/ 6118410 h 6118410"/>
              <a:gd name="connsiteX6" fmla="*/ 0 w 7277496"/>
              <a:gd name="connsiteY6" fmla="*/ 3059205 h 6118410"/>
              <a:gd name="connsiteX0" fmla="*/ 0 w 7277496"/>
              <a:gd name="connsiteY0" fmla="*/ 2607943 h 5667148"/>
              <a:gd name="connsiteX1" fmla="*/ 405490 w 7277496"/>
              <a:gd name="connsiteY1" fmla="*/ 0 h 5667148"/>
              <a:gd name="connsiteX2" fmla="*/ 7277496 w 7277496"/>
              <a:gd name="connsiteY2" fmla="*/ 5938 h 5667148"/>
              <a:gd name="connsiteX3" fmla="*/ 7267350 w 7277496"/>
              <a:gd name="connsiteY3" fmla="*/ 3890478 h 5667148"/>
              <a:gd name="connsiteX4" fmla="*/ 6256218 w 7277496"/>
              <a:gd name="connsiteY4" fmla="*/ 5667148 h 5667148"/>
              <a:gd name="connsiteX5" fmla="*/ 1005194 w 7277496"/>
              <a:gd name="connsiteY5" fmla="*/ 5667148 h 5667148"/>
              <a:gd name="connsiteX6" fmla="*/ 0 w 7277496"/>
              <a:gd name="connsiteY6" fmla="*/ 2607943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50728 w 6872006"/>
              <a:gd name="connsiteY4" fmla="*/ 5667148 h 5667148"/>
              <a:gd name="connsiteX5" fmla="*/ 599704 w 6872006"/>
              <a:gd name="connsiteY5" fmla="*/ 5667148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50728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60353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566227 w 6872006"/>
              <a:gd name="connsiteY3" fmla="*/ 3257961 h 5667148"/>
              <a:gd name="connsiteX4" fmla="*/ 5860353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443591 h 5667148"/>
              <a:gd name="connsiteX4" fmla="*/ 5860353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462966 h 5661210"/>
              <a:gd name="connsiteX1" fmla="*/ 0 w 6872006"/>
              <a:gd name="connsiteY1" fmla="*/ 0 h 5661210"/>
              <a:gd name="connsiteX2" fmla="*/ 6872006 w 6872006"/>
              <a:gd name="connsiteY2" fmla="*/ 5938 h 5661210"/>
              <a:gd name="connsiteX3" fmla="*/ 6861860 w 6872006"/>
              <a:gd name="connsiteY3" fmla="*/ 3443591 h 5661210"/>
              <a:gd name="connsiteX4" fmla="*/ 4973453 w 6872006"/>
              <a:gd name="connsiteY4" fmla="*/ 5089632 h 5661210"/>
              <a:gd name="connsiteX5" fmla="*/ 1300348 w 6872006"/>
              <a:gd name="connsiteY5" fmla="*/ 5661210 h 5661210"/>
              <a:gd name="connsiteX6" fmla="*/ 4209 w 6872006"/>
              <a:gd name="connsiteY6" fmla="*/ 3462966 h 5661210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443591 h 5667148"/>
              <a:gd name="connsiteX4" fmla="*/ 5571595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443591 h 5667148"/>
              <a:gd name="connsiteX4" fmla="*/ 5571595 w 6872006"/>
              <a:gd name="connsiteY4" fmla="*/ 5667148 h 5667148"/>
              <a:gd name="connsiteX5" fmla="*/ 1018466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861727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443591 h 5667148"/>
              <a:gd name="connsiteX4" fmla="*/ 5571595 w 6872006"/>
              <a:gd name="connsiteY4" fmla="*/ 5667148 h 5667148"/>
              <a:gd name="connsiteX5" fmla="*/ 1018466 w 6872006"/>
              <a:gd name="connsiteY5" fmla="*/ 5661210 h 5667148"/>
              <a:gd name="connsiteX6" fmla="*/ 4209 w 6872006"/>
              <a:gd name="connsiteY6" fmla="*/ 3861727 h 5667148"/>
              <a:gd name="connsiteX0" fmla="*/ 0 w 6889363"/>
              <a:gd name="connsiteY0" fmla="*/ 3844474 h 5667148"/>
              <a:gd name="connsiteX1" fmla="*/ 17357 w 6889363"/>
              <a:gd name="connsiteY1" fmla="*/ 0 h 5667148"/>
              <a:gd name="connsiteX2" fmla="*/ 6889363 w 6889363"/>
              <a:gd name="connsiteY2" fmla="*/ 5938 h 5667148"/>
              <a:gd name="connsiteX3" fmla="*/ 6879217 w 6889363"/>
              <a:gd name="connsiteY3" fmla="*/ 3443591 h 5667148"/>
              <a:gd name="connsiteX4" fmla="*/ 5588952 w 6889363"/>
              <a:gd name="connsiteY4" fmla="*/ 5667148 h 5667148"/>
              <a:gd name="connsiteX5" fmla="*/ 1035823 w 6889363"/>
              <a:gd name="connsiteY5" fmla="*/ 5661210 h 5667148"/>
              <a:gd name="connsiteX6" fmla="*/ 0 w 6889363"/>
              <a:gd name="connsiteY6" fmla="*/ 3844474 h 5667148"/>
              <a:gd name="connsiteX0" fmla="*/ 0 w 6910929"/>
              <a:gd name="connsiteY0" fmla="*/ 3831537 h 5667148"/>
              <a:gd name="connsiteX1" fmla="*/ 38923 w 6910929"/>
              <a:gd name="connsiteY1" fmla="*/ 0 h 5667148"/>
              <a:gd name="connsiteX2" fmla="*/ 6910929 w 6910929"/>
              <a:gd name="connsiteY2" fmla="*/ 5938 h 5667148"/>
              <a:gd name="connsiteX3" fmla="*/ 6900783 w 6910929"/>
              <a:gd name="connsiteY3" fmla="*/ 3443591 h 5667148"/>
              <a:gd name="connsiteX4" fmla="*/ 5610518 w 6910929"/>
              <a:gd name="connsiteY4" fmla="*/ 5667148 h 5667148"/>
              <a:gd name="connsiteX5" fmla="*/ 1057389 w 6910929"/>
              <a:gd name="connsiteY5" fmla="*/ 5661210 h 5667148"/>
              <a:gd name="connsiteX6" fmla="*/ 0 w 6910929"/>
              <a:gd name="connsiteY6" fmla="*/ 3831537 h 5667148"/>
              <a:gd name="connsiteX0" fmla="*/ 0 w 6910929"/>
              <a:gd name="connsiteY0" fmla="*/ 3831537 h 5667148"/>
              <a:gd name="connsiteX1" fmla="*/ 13042 w 6910929"/>
              <a:gd name="connsiteY1" fmla="*/ 0 h 5667148"/>
              <a:gd name="connsiteX2" fmla="*/ 6910929 w 6910929"/>
              <a:gd name="connsiteY2" fmla="*/ 5938 h 5667148"/>
              <a:gd name="connsiteX3" fmla="*/ 6900783 w 6910929"/>
              <a:gd name="connsiteY3" fmla="*/ 3443591 h 5667148"/>
              <a:gd name="connsiteX4" fmla="*/ 5610518 w 6910929"/>
              <a:gd name="connsiteY4" fmla="*/ 5667148 h 5667148"/>
              <a:gd name="connsiteX5" fmla="*/ 1057389 w 6910929"/>
              <a:gd name="connsiteY5" fmla="*/ 5661210 h 5667148"/>
              <a:gd name="connsiteX6" fmla="*/ 0 w 6910929"/>
              <a:gd name="connsiteY6" fmla="*/ 3831537 h 5667148"/>
              <a:gd name="connsiteX0" fmla="*/ 0 w 6910929"/>
              <a:gd name="connsiteY0" fmla="*/ 3825962 h 5661573"/>
              <a:gd name="connsiteX1" fmla="*/ 7423 w 6910929"/>
              <a:gd name="connsiteY1" fmla="*/ 0 h 5661573"/>
              <a:gd name="connsiteX2" fmla="*/ 6910929 w 6910929"/>
              <a:gd name="connsiteY2" fmla="*/ 363 h 5661573"/>
              <a:gd name="connsiteX3" fmla="*/ 6900783 w 6910929"/>
              <a:gd name="connsiteY3" fmla="*/ 3438016 h 5661573"/>
              <a:gd name="connsiteX4" fmla="*/ 5610518 w 6910929"/>
              <a:gd name="connsiteY4" fmla="*/ 5661573 h 5661573"/>
              <a:gd name="connsiteX5" fmla="*/ 1057389 w 6910929"/>
              <a:gd name="connsiteY5" fmla="*/ 5655635 h 5661573"/>
              <a:gd name="connsiteX6" fmla="*/ 0 w 6910929"/>
              <a:gd name="connsiteY6" fmla="*/ 3825962 h 5661573"/>
              <a:gd name="connsiteX0" fmla="*/ 56137 w 6967066"/>
              <a:gd name="connsiteY0" fmla="*/ 3832564 h 5668175"/>
              <a:gd name="connsiteX1" fmla="*/ 352 w 6967066"/>
              <a:gd name="connsiteY1" fmla="*/ 0 h 5668175"/>
              <a:gd name="connsiteX2" fmla="*/ 6967066 w 6967066"/>
              <a:gd name="connsiteY2" fmla="*/ 6965 h 5668175"/>
              <a:gd name="connsiteX3" fmla="*/ 6956920 w 6967066"/>
              <a:gd name="connsiteY3" fmla="*/ 3444618 h 5668175"/>
              <a:gd name="connsiteX4" fmla="*/ 5666655 w 6967066"/>
              <a:gd name="connsiteY4" fmla="*/ 5668175 h 5668175"/>
              <a:gd name="connsiteX5" fmla="*/ 1113526 w 6967066"/>
              <a:gd name="connsiteY5" fmla="*/ 5662237 h 5668175"/>
              <a:gd name="connsiteX6" fmla="*/ 56137 w 6967066"/>
              <a:gd name="connsiteY6" fmla="*/ 3832564 h 5668175"/>
              <a:gd name="connsiteX0" fmla="*/ 0 w 6910929"/>
              <a:gd name="connsiteY0" fmla="*/ 3825599 h 5661210"/>
              <a:gd name="connsiteX1" fmla="*/ 44012 w 6910929"/>
              <a:gd name="connsiteY1" fmla="*/ 45852 h 5661210"/>
              <a:gd name="connsiteX2" fmla="*/ 6910929 w 6910929"/>
              <a:gd name="connsiteY2" fmla="*/ 0 h 5661210"/>
              <a:gd name="connsiteX3" fmla="*/ 6900783 w 6910929"/>
              <a:gd name="connsiteY3" fmla="*/ 3437653 h 5661210"/>
              <a:gd name="connsiteX4" fmla="*/ 5610518 w 6910929"/>
              <a:gd name="connsiteY4" fmla="*/ 5661210 h 5661210"/>
              <a:gd name="connsiteX5" fmla="*/ 1057389 w 6910929"/>
              <a:gd name="connsiteY5" fmla="*/ 5655272 h 5661210"/>
              <a:gd name="connsiteX6" fmla="*/ 0 w 6910929"/>
              <a:gd name="connsiteY6" fmla="*/ 3825599 h 5661210"/>
              <a:gd name="connsiteX0" fmla="*/ 996 w 6911925"/>
              <a:gd name="connsiteY0" fmla="*/ 3829263 h 5664874"/>
              <a:gd name="connsiteX1" fmla="*/ 1763 w 6911925"/>
              <a:gd name="connsiteY1" fmla="*/ 0 h 5664874"/>
              <a:gd name="connsiteX2" fmla="*/ 6911925 w 6911925"/>
              <a:gd name="connsiteY2" fmla="*/ 3664 h 5664874"/>
              <a:gd name="connsiteX3" fmla="*/ 6901779 w 6911925"/>
              <a:gd name="connsiteY3" fmla="*/ 3441317 h 5664874"/>
              <a:gd name="connsiteX4" fmla="*/ 5611514 w 6911925"/>
              <a:gd name="connsiteY4" fmla="*/ 5664874 h 5664874"/>
              <a:gd name="connsiteX5" fmla="*/ 1058385 w 6911925"/>
              <a:gd name="connsiteY5" fmla="*/ 5658936 h 5664874"/>
              <a:gd name="connsiteX6" fmla="*/ 996 w 6911925"/>
              <a:gd name="connsiteY6" fmla="*/ 3829263 h 5664874"/>
              <a:gd name="connsiteX0" fmla="*/ 3982 w 6914911"/>
              <a:gd name="connsiteY0" fmla="*/ 3835865 h 5671476"/>
              <a:gd name="connsiteX1" fmla="*/ 1421 w 6914911"/>
              <a:gd name="connsiteY1" fmla="*/ 0 h 5671476"/>
              <a:gd name="connsiteX2" fmla="*/ 6914911 w 6914911"/>
              <a:gd name="connsiteY2" fmla="*/ 10266 h 5671476"/>
              <a:gd name="connsiteX3" fmla="*/ 6904765 w 6914911"/>
              <a:gd name="connsiteY3" fmla="*/ 3447919 h 5671476"/>
              <a:gd name="connsiteX4" fmla="*/ 5614500 w 6914911"/>
              <a:gd name="connsiteY4" fmla="*/ 5671476 h 5671476"/>
              <a:gd name="connsiteX5" fmla="*/ 1061371 w 6914911"/>
              <a:gd name="connsiteY5" fmla="*/ 5665538 h 5671476"/>
              <a:gd name="connsiteX6" fmla="*/ 3982 w 6914911"/>
              <a:gd name="connsiteY6" fmla="*/ 3835865 h 5671476"/>
              <a:gd name="connsiteX0" fmla="*/ 3982 w 6904765"/>
              <a:gd name="connsiteY0" fmla="*/ 3835865 h 5671476"/>
              <a:gd name="connsiteX1" fmla="*/ 1421 w 6904765"/>
              <a:gd name="connsiteY1" fmla="*/ 0 h 5671476"/>
              <a:gd name="connsiteX2" fmla="*/ 6815114 w 6904765"/>
              <a:gd name="connsiteY2" fmla="*/ 49879 h 5671476"/>
              <a:gd name="connsiteX3" fmla="*/ 6904765 w 6904765"/>
              <a:gd name="connsiteY3" fmla="*/ 3447919 h 5671476"/>
              <a:gd name="connsiteX4" fmla="*/ 5614500 w 6904765"/>
              <a:gd name="connsiteY4" fmla="*/ 5671476 h 5671476"/>
              <a:gd name="connsiteX5" fmla="*/ 1061371 w 6904765"/>
              <a:gd name="connsiteY5" fmla="*/ 5665538 h 5671476"/>
              <a:gd name="connsiteX6" fmla="*/ 3982 w 6904765"/>
              <a:gd name="connsiteY6" fmla="*/ 3835865 h 5671476"/>
              <a:gd name="connsiteX0" fmla="*/ 3982 w 6914914"/>
              <a:gd name="connsiteY0" fmla="*/ 3835865 h 5671476"/>
              <a:gd name="connsiteX1" fmla="*/ 1421 w 6914914"/>
              <a:gd name="connsiteY1" fmla="*/ 0 h 5671476"/>
              <a:gd name="connsiteX2" fmla="*/ 6914914 w 6914914"/>
              <a:gd name="connsiteY2" fmla="*/ 6965 h 5671476"/>
              <a:gd name="connsiteX3" fmla="*/ 6904765 w 6914914"/>
              <a:gd name="connsiteY3" fmla="*/ 3447919 h 5671476"/>
              <a:gd name="connsiteX4" fmla="*/ 5614500 w 6914914"/>
              <a:gd name="connsiteY4" fmla="*/ 5671476 h 5671476"/>
              <a:gd name="connsiteX5" fmla="*/ 1061371 w 6914914"/>
              <a:gd name="connsiteY5" fmla="*/ 5665538 h 5671476"/>
              <a:gd name="connsiteX6" fmla="*/ 3982 w 6914914"/>
              <a:gd name="connsiteY6" fmla="*/ 3835865 h 5671476"/>
              <a:gd name="connsiteX0" fmla="*/ 3982 w 6917563"/>
              <a:gd name="connsiteY0" fmla="*/ 3835865 h 5671476"/>
              <a:gd name="connsiteX1" fmla="*/ 1421 w 6917563"/>
              <a:gd name="connsiteY1" fmla="*/ 0 h 5671476"/>
              <a:gd name="connsiteX2" fmla="*/ 6914914 w 6917563"/>
              <a:gd name="connsiteY2" fmla="*/ 6965 h 5671476"/>
              <a:gd name="connsiteX3" fmla="*/ 6917563 w 6917563"/>
              <a:gd name="connsiteY3" fmla="*/ 3435219 h 5671476"/>
              <a:gd name="connsiteX4" fmla="*/ 5614500 w 6917563"/>
              <a:gd name="connsiteY4" fmla="*/ 5671476 h 5671476"/>
              <a:gd name="connsiteX5" fmla="*/ 1061371 w 6917563"/>
              <a:gd name="connsiteY5" fmla="*/ 5665538 h 5671476"/>
              <a:gd name="connsiteX6" fmla="*/ 3982 w 6917563"/>
              <a:gd name="connsiteY6" fmla="*/ 3835865 h 5671476"/>
              <a:gd name="connsiteX0" fmla="*/ 3982 w 6917563"/>
              <a:gd name="connsiteY0" fmla="*/ 3835865 h 5671476"/>
              <a:gd name="connsiteX1" fmla="*/ 1421 w 6917563"/>
              <a:gd name="connsiteY1" fmla="*/ 0 h 5671476"/>
              <a:gd name="connsiteX2" fmla="*/ 6914917 w 6917563"/>
              <a:gd name="connsiteY2" fmla="*/ 615 h 5671476"/>
              <a:gd name="connsiteX3" fmla="*/ 6917563 w 6917563"/>
              <a:gd name="connsiteY3" fmla="*/ 3435219 h 5671476"/>
              <a:gd name="connsiteX4" fmla="*/ 5614500 w 6917563"/>
              <a:gd name="connsiteY4" fmla="*/ 5671476 h 5671476"/>
              <a:gd name="connsiteX5" fmla="*/ 1061371 w 6917563"/>
              <a:gd name="connsiteY5" fmla="*/ 5665538 h 5671476"/>
              <a:gd name="connsiteX6" fmla="*/ 3982 w 6917563"/>
              <a:gd name="connsiteY6" fmla="*/ 3835865 h 5671476"/>
              <a:gd name="connsiteX0" fmla="*/ 998 w 6917905"/>
              <a:gd name="connsiteY0" fmla="*/ 3862276 h 5671476"/>
              <a:gd name="connsiteX1" fmla="*/ 1763 w 6917905"/>
              <a:gd name="connsiteY1" fmla="*/ 0 h 5671476"/>
              <a:gd name="connsiteX2" fmla="*/ 6915259 w 6917905"/>
              <a:gd name="connsiteY2" fmla="*/ 615 h 5671476"/>
              <a:gd name="connsiteX3" fmla="*/ 6917905 w 6917905"/>
              <a:gd name="connsiteY3" fmla="*/ 3435219 h 5671476"/>
              <a:gd name="connsiteX4" fmla="*/ 5614842 w 6917905"/>
              <a:gd name="connsiteY4" fmla="*/ 5671476 h 5671476"/>
              <a:gd name="connsiteX5" fmla="*/ 1061713 w 6917905"/>
              <a:gd name="connsiteY5" fmla="*/ 5665538 h 5671476"/>
              <a:gd name="connsiteX6" fmla="*/ 998 w 6917905"/>
              <a:gd name="connsiteY6" fmla="*/ 3862276 h 5671476"/>
              <a:gd name="connsiteX0" fmla="*/ 998 w 6917905"/>
              <a:gd name="connsiteY0" fmla="*/ 3862276 h 5671476"/>
              <a:gd name="connsiteX1" fmla="*/ 1763 w 6917905"/>
              <a:gd name="connsiteY1" fmla="*/ 0 h 5671476"/>
              <a:gd name="connsiteX2" fmla="*/ 6915259 w 6917905"/>
              <a:gd name="connsiteY2" fmla="*/ 615 h 5671476"/>
              <a:gd name="connsiteX3" fmla="*/ 6917905 w 6917905"/>
              <a:gd name="connsiteY3" fmla="*/ 3435219 h 5671476"/>
              <a:gd name="connsiteX4" fmla="*/ 5614842 w 6917905"/>
              <a:gd name="connsiteY4" fmla="*/ 5671476 h 5671476"/>
              <a:gd name="connsiteX5" fmla="*/ 1045081 w 6917905"/>
              <a:gd name="connsiteY5" fmla="*/ 5668839 h 5671476"/>
              <a:gd name="connsiteX6" fmla="*/ 998 w 6917905"/>
              <a:gd name="connsiteY6" fmla="*/ 3862276 h 5671476"/>
              <a:gd name="connsiteX0" fmla="*/ 998 w 6917905"/>
              <a:gd name="connsiteY0" fmla="*/ 3862276 h 5668839"/>
              <a:gd name="connsiteX1" fmla="*/ 1763 w 6917905"/>
              <a:gd name="connsiteY1" fmla="*/ 0 h 5668839"/>
              <a:gd name="connsiteX2" fmla="*/ 6915259 w 6917905"/>
              <a:gd name="connsiteY2" fmla="*/ 615 h 5668839"/>
              <a:gd name="connsiteX3" fmla="*/ 6917905 w 6917905"/>
              <a:gd name="connsiteY3" fmla="*/ 3435219 h 5668839"/>
              <a:gd name="connsiteX4" fmla="*/ 5511718 w 6917905"/>
              <a:gd name="connsiteY4" fmla="*/ 5588948 h 5668839"/>
              <a:gd name="connsiteX5" fmla="*/ 1045081 w 6917905"/>
              <a:gd name="connsiteY5" fmla="*/ 5668839 h 5668839"/>
              <a:gd name="connsiteX6" fmla="*/ 998 w 6917905"/>
              <a:gd name="connsiteY6" fmla="*/ 3862276 h 5668839"/>
              <a:gd name="connsiteX0" fmla="*/ 998 w 6917905"/>
              <a:gd name="connsiteY0" fmla="*/ 3862276 h 5674780"/>
              <a:gd name="connsiteX1" fmla="*/ 1763 w 6917905"/>
              <a:gd name="connsiteY1" fmla="*/ 0 h 5674780"/>
              <a:gd name="connsiteX2" fmla="*/ 6915259 w 6917905"/>
              <a:gd name="connsiteY2" fmla="*/ 615 h 5674780"/>
              <a:gd name="connsiteX3" fmla="*/ 6917905 w 6917905"/>
              <a:gd name="connsiteY3" fmla="*/ 3435219 h 5674780"/>
              <a:gd name="connsiteX4" fmla="*/ 5614843 w 6917905"/>
              <a:gd name="connsiteY4" fmla="*/ 5674780 h 5674780"/>
              <a:gd name="connsiteX5" fmla="*/ 1045081 w 6917905"/>
              <a:gd name="connsiteY5" fmla="*/ 5668839 h 5674780"/>
              <a:gd name="connsiteX6" fmla="*/ 998 w 6917905"/>
              <a:gd name="connsiteY6" fmla="*/ 3862276 h 5674780"/>
              <a:gd name="connsiteX0" fmla="*/ 998 w 6917905"/>
              <a:gd name="connsiteY0" fmla="*/ 3862276 h 5668839"/>
              <a:gd name="connsiteX1" fmla="*/ 1763 w 6917905"/>
              <a:gd name="connsiteY1" fmla="*/ 0 h 5668839"/>
              <a:gd name="connsiteX2" fmla="*/ 6915259 w 6917905"/>
              <a:gd name="connsiteY2" fmla="*/ 615 h 5668839"/>
              <a:gd name="connsiteX3" fmla="*/ 6917905 w 6917905"/>
              <a:gd name="connsiteY3" fmla="*/ 3435219 h 5668839"/>
              <a:gd name="connsiteX4" fmla="*/ 5608190 w 6917905"/>
              <a:gd name="connsiteY4" fmla="*/ 5645070 h 5668839"/>
              <a:gd name="connsiteX5" fmla="*/ 1045081 w 6917905"/>
              <a:gd name="connsiteY5" fmla="*/ 5668839 h 5668839"/>
              <a:gd name="connsiteX6" fmla="*/ 998 w 6917905"/>
              <a:gd name="connsiteY6" fmla="*/ 3862276 h 5668839"/>
              <a:gd name="connsiteX0" fmla="*/ 998 w 6917905"/>
              <a:gd name="connsiteY0" fmla="*/ 3862276 h 5671482"/>
              <a:gd name="connsiteX1" fmla="*/ 1763 w 6917905"/>
              <a:gd name="connsiteY1" fmla="*/ 0 h 5671482"/>
              <a:gd name="connsiteX2" fmla="*/ 6915259 w 6917905"/>
              <a:gd name="connsiteY2" fmla="*/ 615 h 5671482"/>
              <a:gd name="connsiteX3" fmla="*/ 6917905 w 6917905"/>
              <a:gd name="connsiteY3" fmla="*/ 3435219 h 5671482"/>
              <a:gd name="connsiteX4" fmla="*/ 5614844 w 6917905"/>
              <a:gd name="connsiteY4" fmla="*/ 5671482 h 5671482"/>
              <a:gd name="connsiteX5" fmla="*/ 1045081 w 6917905"/>
              <a:gd name="connsiteY5" fmla="*/ 5668839 h 5671482"/>
              <a:gd name="connsiteX6" fmla="*/ 998 w 6917905"/>
              <a:gd name="connsiteY6" fmla="*/ 3862276 h 5671482"/>
              <a:gd name="connsiteX0" fmla="*/ 998 w 6917905"/>
              <a:gd name="connsiteY0" fmla="*/ 3862276 h 5671482"/>
              <a:gd name="connsiteX1" fmla="*/ 1763 w 6917905"/>
              <a:gd name="connsiteY1" fmla="*/ 0 h 5671482"/>
              <a:gd name="connsiteX2" fmla="*/ 6915259 w 6917905"/>
              <a:gd name="connsiteY2" fmla="*/ 615 h 5671482"/>
              <a:gd name="connsiteX3" fmla="*/ 6917905 w 6917905"/>
              <a:gd name="connsiteY3" fmla="*/ 3435219 h 5671482"/>
              <a:gd name="connsiteX4" fmla="*/ 5614844 w 6917905"/>
              <a:gd name="connsiteY4" fmla="*/ 5671482 h 5671482"/>
              <a:gd name="connsiteX5" fmla="*/ 1038428 w 6917905"/>
              <a:gd name="connsiteY5" fmla="*/ 5668839 h 5671482"/>
              <a:gd name="connsiteX6" fmla="*/ 998 w 6917905"/>
              <a:gd name="connsiteY6" fmla="*/ 3862276 h 567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17905" h="5671482">
                <a:moveTo>
                  <a:pt x="998" y="3862276"/>
                </a:moveTo>
                <a:cubicBezTo>
                  <a:pt x="6784" y="2580785"/>
                  <a:pt x="-4023" y="1281491"/>
                  <a:pt x="1763" y="0"/>
                </a:cubicBezTo>
                <a:lnTo>
                  <a:pt x="6915259" y="615"/>
                </a:lnTo>
                <a:lnTo>
                  <a:pt x="6917905" y="3435219"/>
                </a:lnTo>
                <a:lnTo>
                  <a:pt x="5614844" y="5671482"/>
                </a:lnTo>
                <a:lnTo>
                  <a:pt x="1038428" y="5668839"/>
                </a:lnTo>
                <a:lnTo>
                  <a:pt x="998" y="386227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5B32A22-FAFC-364D-99CB-B22D6ABBBFB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02000" y="-3175"/>
            <a:ext cx="8890000" cy="6861175"/>
          </a:xfrm>
          <a:custGeom>
            <a:avLst/>
            <a:gdLst>
              <a:gd name="connsiteX0" fmla="*/ 0 w 8890000"/>
              <a:gd name="connsiteY0" fmla="*/ 0 h 6861175"/>
              <a:gd name="connsiteX1" fmla="*/ 8890000 w 8890000"/>
              <a:gd name="connsiteY1" fmla="*/ 0 h 6861175"/>
              <a:gd name="connsiteX2" fmla="*/ 8890000 w 8890000"/>
              <a:gd name="connsiteY2" fmla="*/ 6861175 h 6861175"/>
              <a:gd name="connsiteX3" fmla="*/ 561739 w 8890000"/>
              <a:gd name="connsiteY3" fmla="*/ 6861175 h 6861175"/>
              <a:gd name="connsiteX4" fmla="*/ 2362512 w 8890000"/>
              <a:gd name="connsiteY4" fmla="*/ 5834990 h 6861175"/>
              <a:gd name="connsiteX5" fmla="*/ 2365155 w 8890000"/>
              <a:gd name="connsiteY5" fmla="*/ 1293624 h 6861175"/>
              <a:gd name="connsiteX6" fmla="*/ 128892 w 8890000"/>
              <a:gd name="connsiteY6" fmla="*/ 543 h 6861175"/>
              <a:gd name="connsiteX7" fmla="*/ 0 w 8890000"/>
              <a:gd name="connsiteY7" fmla="*/ 642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90000" h="6861175">
                <a:moveTo>
                  <a:pt x="0" y="0"/>
                </a:moveTo>
                <a:lnTo>
                  <a:pt x="8890000" y="0"/>
                </a:lnTo>
                <a:lnTo>
                  <a:pt x="8890000" y="6861175"/>
                </a:lnTo>
                <a:lnTo>
                  <a:pt x="561739" y="6861175"/>
                </a:lnTo>
                <a:lnTo>
                  <a:pt x="2362512" y="5834990"/>
                </a:lnTo>
                <a:lnTo>
                  <a:pt x="2365155" y="1293624"/>
                </a:lnTo>
                <a:lnTo>
                  <a:pt x="128892" y="543"/>
                </a:lnTo>
                <a:lnTo>
                  <a:pt x="0" y="642"/>
                </a:lnTo>
                <a:close/>
              </a:path>
            </a:pathLst>
          </a:custGeom>
          <a:solidFill>
            <a:srgbClr val="F6F8F8"/>
          </a:solidFill>
        </p:spPr>
        <p:txBody>
          <a:bodyPr wrap="square" lIns="2160000" tIns="720000" rIns="1080000" bIns="2880000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 dirty="0"/>
              <a:t>Click on icon to insert image (include Alt Text)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D383FB-0467-4241-BEF0-D636E886723B}"/>
              </a:ext>
            </a:extLst>
          </p:cNvPr>
          <p:cNvCxnSpPr/>
          <p:nvPr userDrawn="1"/>
        </p:nvCxnSpPr>
        <p:spPr>
          <a:xfrm>
            <a:off x="612000" y="516181"/>
            <a:ext cx="86510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F1649F8-C95E-B04E-A0E7-F89193CC97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775" y="2519999"/>
            <a:ext cx="4428148" cy="30015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Heading text across multiple lines, keep to max 3 or 4 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A0CEB-1ADA-CA42-8099-765250B64F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2775" y="604838"/>
            <a:ext cx="3217820" cy="508000"/>
          </a:xfrm>
        </p:spPr>
        <p:txBody>
          <a:bodyPr lIns="0" tIns="0" rIns="0" bIns="0"/>
          <a:lstStyle>
            <a:lvl1pPr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Heading label</a:t>
            </a:r>
          </a:p>
        </p:txBody>
      </p:sp>
      <p:pic>
        <p:nvPicPr>
          <p:cNvPr id="12" name="Picture 11" descr="Icon&#10;&#10;Description automatically generated with medium confidence">
            <a:extLst>
              <a:ext uri="{FF2B5EF4-FFF2-40B4-BE49-F238E27FC236}">
                <a16:creationId xmlns:a16="http://schemas.microsoft.com/office/drawing/2014/main" id="{DC5AAFCE-CE8E-0140-A64C-ABAF704AD4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206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image with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xagon 3">
            <a:extLst>
              <a:ext uri="{FF2B5EF4-FFF2-40B4-BE49-F238E27FC236}">
                <a16:creationId xmlns:a16="http://schemas.microsoft.com/office/drawing/2014/main" id="{916CD9E2-0E59-E54B-A342-1439CC94F98C}"/>
              </a:ext>
            </a:extLst>
          </p:cNvPr>
          <p:cNvSpPr/>
          <p:nvPr userDrawn="1"/>
        </p:nvSpPr>
        <p:spPr>
          <a:xfrm rot="16200000">
            <a:off x="-605612" y="596720"/>
            <a:ext cx="6864922" cy="5671482"/>
          </a:xfrm>
          <a:custGeom>
            <a:avLst/>
            <a:gdLst>
              <a:gd name="connsiteX0" fmla="*/ 0 w 7261412"/>
              <a:gd name="connsiteY0" fmla="*/ 3059206 h 6118412"/>
              <a:gd name="connsiteX1" fmla="*/ 1005194 w 7261412"/>
              <a:gd name="connsiteY1" fmla="*/ 1 h 6118412"/>
              <a:gd name="connsiteX2" fmla="*/ 6256218 w 7261412"/>
              <a:gd name="connsiteY2" fmla="*/ 1 h 6118412"/>
              <a:gd name="connsiteX3" fmla="*/ 7261412 w 7261412"/>
              <a:gd name="connsiteY3" fmla="*/ 3059206 h 6118412"/>
              <a:gd name="connsiteX4" fmla="*/ 6256218 w 7261412"/>
              <a:gd name="connsiteY4" fmla="*/ 6118411 h 6118412"/>
              <a:gd name="connsiteX5" fmla="*/ 1005194 w 7261412"/>
              <a:gd name="connsiteY5" fmla="*/ 6118411 h 6118412"/>
              <a:gd name="connsiteX6" fmla="*/ 0 w 7261412"/>
              <a:gd name="connsiteY6" fmla="*/ 3059206 h 6118412"/>
              <a:gd name="connsiteX0" fmla="*/ 0 w 7267350"/>
              <a:gd name="connsiteY0" fmla="*/ 3059205 h 6118410"/>
              <a:gd name="connsiteX1" fmla="*/ 1005194 w 7267350"/>
              <a:gd name="connsiteY1" fmla="*/ 0 h 6118410"/>
              <a:gd name="connsiteX2" fmla="*/ 6256218 w 7267350"/>
              <a:gd name="connsiteY2" fmla="*/ 0 h 6118410"/>
              <a:gd name="connsiteX3" fmla="*/ 7267350 w 7267350"/>
              <a:gd name="connsiteY3" fmla="*/ 4341740 h 6118410"/>
              <a:gd name="connsiteX4" fmla="*/ 6256218 w 7267350"/>
              <a:gd name="connsiteY4" fmla="*/ 6118410 h 6118410"/>
              <a:gd name="connsiteX5" fmla="*/ 1005194 w 7267350"/>
              <a:gd name="connsiteY5" fmla="*/ 6118410 h 6118410"/>
              <a:gd name="connsiteX6" fmla="*/ 0 w 7267350"/>
              <a:gd name="connsiteY6" fmla="*/ 3059205 h 6118410"/>
              <a:gd name="connsiteX0" fmla="*/ 0 w 7277496"/>
              <a:gd name="connsiteY0" fmla="*/ 3059205 h 6118410"/>
              <a:gd name="connsiteX1" fmla="*/ 1005194 w 7277496"/>
              <a:gd name="connsiteY1" fmla="*/ 0 h 6118410"/>
              <a:gd name="connsiteX2" fmla="*/ 7277496 w 7277496"/>
              <a:gd name="connsiteY2" fmla="*/ 457200 h 6118410"/>
              <a:gd name="connsiteX3" fmla="*/ 7267350 w 7277496"/>
              <a:gd name="connsiteY3" fmla="*/ 4341740 h 6118410"/>
              <a:gd name="connsiteX4" fmla="*/ 6256218 w 7277496"/>
              <a:gd name="connsiteY4" fmla="*/ 6118410 h 6118410"/>
              <a:gd name="connsiteX5" fmla="*/ 1005194 w 7277496"/>
              <a:gd name="connsiteY5" fmla="*/ 6118410 h 6118410"/>
              <a:gd name="connsiteX6" fmla="*/ 0 w 7277496"/>
              <a:gd name="connsiteY6" fmla="*/ 3059205 h 6118410"/>
              <a:gd name="connsiteX0" fmla="*/ 0 w 7277496"/>
              <a:gd name="connsiteY0" fmla="*/ 2607943 h 5667148"/>
              <a:gd name="connsiteX1" fmla="*/ 405490 w 7277496"/>
              <a:gd name="connsiteY1" fmla="*/ 0 h 5667148"/>
              <a:gd name="connsiteX2" fmla="*/ 7277496 w 7277496"/>
              <a:gd name="connsiteY2" fmla="*/ 5938 h 5667148"/>
              <a:gd name="connsiteX3" fmla="*/ 7267350 w 7277496"/>
              <a:gd name="connsiteY3" fmla="*/ 3890478 h 5667148"/>
              <a:gd name="connsiteX4" fmla="*/ 6256218 w 7277496"/>
              <a:gd name="connsiteY4" fmla="*/ 5667148 h 5667148"/>
              <a:gd name="connsiteX5" fmla="*/ 1005194 w 7277496"/>
              <a:gd name="connsiteY5" fmla="*/ 5667148 h 5667148"/>
              <a:gd name="connsiteX6" fmla="*/ 0 w 7277496"/>
              <a:gd name="connsiteY6" fmla="*/ 2607943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50728 w 6872006"/>
              <a:gd name="connsiteY4" fmla="*/ 5667148 h 5667148"/>
              <a:gd name="connsiteX5" fmla="*/ 599704 w 6872006"/>
              <a:gd name="connsiteY5" fmla="*/ 5667148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50728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60353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566227 w 6872006"/>
              <a:gd name="connsiteY3" fmla="*/ 3257961 h 5667148"/>
              <a:gd name="connsiteX4" fmla="*/ 5860353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443591 h 5667148"/>
              <a:gd name="connsiteX4" fmla="*/ 5860353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462966 h 5661210"/>
              <a:gd name="connsiteX1" fmla="*/ 0 w 6872006"/>
              <a:gd name="connsiteY1" fmla="*/ 0 h 5661210"/>
              <a:gd name="connsiteX2" fmla="*/ 6872006 w 6872006"/>
              <a:gd name="connsiteY2" fmla="*/ 5938 h 5661210"/>
              <a:gd name="connsiteX3" fmla="*/ 6861860 w 6872006"/>
              <a:gd name="connsiteY3" fmla="*/ 3443591 h 5661210"/>
              <a:gd name="connsiteX4" fmla="*/ 4973453 w 6872006"/>
              <a:gd name="connsiteY4" fmla="*/ 5089632 h 5661210"/>
              <a:gd name="connsiteX5" fmla="*/ 1300348 w 6872006"/>
              <a:gd name="connsiteY5" fmla="*/ 5661210 h 5661210"/>
              <a:gd name="connsiteX6" fmla="*/ 4209 w 6872006"/>
              <a:gd name="connsiteY6" fmla="*/ 3462966 h 5661210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443591 h 5667148"/>
              <a:gd name="connsiteX4" fmla="*/ 5571595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443591 h 5667148"/>
              <a:gd name="connsiteX4" fmla="*/ 5571595 w 6872006"/>
              <a:gd name="connsiteY4" fmla="*/ 5667148 h 5667148"/>
              <a:gd name="connsiteX5" fmla="*/ 1018466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861727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443591 h 5667148"/>
              <a:gd name="connsiteX4" fmla="*/ 5571595 w 6872006"/>
              <a:gd name="connsiteY4" fmla="*/ 5667148 h 5667148"/>
              <a:gd name="connsiteX5" fmla="*/ 1018466 w 6872006"/>
              <a:gd name="connsiteY5" fmla="*/ 5661210 h 5667148"/>
              <a:gd name="connsiteX6" fmla="*/ 4209 w 6872006"/>
              <a:gd name="connsiteY6" fmla="*/ 3861727 h 5667148"/>
              <a:gd name="connsiteX0" fmla="*/ 0 w 6889363"/>
              <a:gd name="connsiteY0" fmla="*/ 3844474 h 5667148"/>
              <a:gd name="connsiteX1" fmla="*/ 17357 w 6889363"/>
              <a:gd name="connsiteY1" fmla="*/ 0 h 5667148"/>
              <a:gd name="connsiteX2" fmla="*/ 6889363 w 6889363"/>
              <a:gd name="connsiteY2" fmla="*/ 5938 h 5667148"/>
              <a:gd name="connsiteX3" fmla="*/ 6879217 w 6889363"/>
              <a:gd name="connsiteY3" fmla="*/ 3443591 h 5667148"/>
              <a:gd name="connsiteX4" fmla="*/ 5588952 w 6889363"/>
              <a:gd name="connsiteY4" fmla="*/ 5667148 h 5667148"/>
              <a:gd name="connsiteX5" fmla="*/ 1035823 w 6889363"/>
              <a:gd name="connsiteY5" fmla="*/ 5661210 h 5667148"/>
              <a:gd name="connsiteX6" fmla="*/ 0 w 6889363"/>
              <a:gd name="connsiteY6" fmla="*/ 3844474 h 5667148"/>
              <a:gd name="connsiteX0" fmla="*/ 0 w 6910929"/>
              <a:gd name="connsiteY0" fmla="*/ 3831537 h 5667148"/>
              <a:gd name="connsiteX1" fmla="*/ 38923 w 6910929"/>
              <a:gd name="connsiteY1" fmla="*/ 0 h 5667148"/>
              <a:gd name="connsiteX2" fmla="*/ 6910929 w 6910929"/>
              <a:gd name="connsiteY2" fmla="*/ 5938 h 5667148"/>
              <a:gd name="connsiteX3" fmla="*/ 6900783 w 6910929"/>
              <a:gd name="connsiteY3" fmla="*/ 3443591 h 5667148"/>
              <a:gd name="connsiteX4" fmla="*/ 5610518 w 6910929"/>
              <a:gd name="connsiteY4" fmla="*/ 5667148 h 5667148"/>
              <a:gd name="connsiteX5" fmla="*/ 1057389 w 6910929"/>
              <a:gd name="connsiteY5" fmla="*/ 5661210 h 5667148"/>
              <a:gd name="connsiteX6" fmla="*/ 0 w 6910929"/>
              <a:gd name="connsiteY6" fmla="*/ 3831537 h 5667148"/>
              <a:gd name="connsiteX0" fmla="*/ 0 w 6910929"/>
              <a:gd name="connsiteY0" fmla="*/ 3831537 h 5667148"/>
              <a:gd name="connsiteX1" fmla="*/ 13042 w 6910929"/>
              <a:gd name="connsiteY1" fmla="*/ 0 h 5667148"/>
              <a:gd name="connsiteX2" fmla="*/ 6910929 w 6910929"/>
              <a:gd name="connsiteY2" fmla="*/ 5938 h 5667148"/>
              <a:gd name="connsiteX3" fmla="*/ 6900783 w 6910929"/>
              <a:gd name="connsiteY3" fmla="*/ 3443591 h 5667148"/>
              <a:gd name="connsiteX4" fmla="*/ 5610518 w 6910929"/>
              <a:gd name="connsiteY4" fmla="*/ 5667148 h 5667148"/>
              <a:gd name="connsiteX5" fmla="*/ 1057389 w 6910929"/>
              <a:gd name="connsiteY5" fmla="*/ 5661210 h 5667148"/>
              <a:gd name="connsiteX6" fmla="*/ 0 w 6910929"/>
              <a:gd name="connsiteY6" fmla="*/ 3831537 h 5667148"/>
              <a:gd name="connsiteX0" fmla="*/ 0 w 6910929"/>
              <a:gd name="connsiteY0" fmla="*/ 3825962 h 5661573"/>
              <a:gd name="connsiteX1" fmla="*/ 7423 w 6910929"/>
              <a:gd name="connsiteY1" fmla="*/ 0 h 5661573"/>
              <a:gd name="connsiteX2" fmla="*/ 6910929 w 6910929"/>
              <a:gd name="connsiteY2" fmla="*/ 363 h 5661573"/>
              <a:gd name="connsiteX3" fmla="*/ 6900783 w 6910929"/>
              <a:gd name="connsiteY3" fmla="*/ 3438016 h 5661573"/>
              <a:gd name="connsiteX4" fmla="*/ 5610518 w 6910929"/>
              <a:gd name="connsiteY4" fmla="*/ 5661573 h 5661573"/>
              <a:gd name="connsiteX5" fmla="*/ 1057389 w 6910929"/>
              <a:gd name="connsiteY5" fmla="*/ 5655635 h 5661573"/>
              <a:gd name="connsiteX6" fmla="*/ 0 w 6910929"/>
              <a:gd name="connsiteY6" fmla="*/ 3825962 h 5661573"/>
              <a:gd name="connsiteX0" fmla="*/ 56137 w 6967066"/>
              <a:gd name="connsiteY0" fmla="*/ 3832564 h 5668175"/>
              <a:gd name="connsiteX1" fmla="*/ 352 w 6967066"/>
              <a:gd name="connsiteY1" fmla="*/ 0 h 5668175"/>
              <a:gd name="connsiteX2" fmla="*/ 6967066 w 6967066"/>
              <a:gd name="connsiteY2" fmla="*/ 6965 h 5668175"/>
              <a:gd name="connsiteX3" fmla="*/ 6956920 w 6967066"/>
              <a:gd name="connsiteY3" fmla="*/ 3444618 h 5668175"/>
              <a:gd name="connsiteX4" fmla="*/ 5666655 w 6967066"/>
              <a:gd name="connsiteY4" fmla="*/ 5668175 h 5668175"/>
              <a:gd name="connsiteX5" fmla="*/ 1113526 w 6967066"/>
              <a:gd name="connsiteY5" fmla="*/ 5662237 h 5668175"/>
              <a:gd name="connsiteX6" fmla="*/ 56137 w 6967066"/>
              <a:gd name="connsiteY6" fmla="*/ 3832564 h 5668175"/>
              <a:gd name="connsiteX0" fmla="*/ 0 w 6910929"/>
              <a:gd name="connsiteY0" fmla="*/ 3825599 h 5661210"/>
              <a:gd name="connsiteX1" fmla="*/ 44012 w 6910929"/>
              <a:gd name="connsiteY1" fmla="*/ 45852 h 5661210"/>
              <a:gd name="connsiteX2" fmla="*/ 6910929 w 6910929"/>
              <a:gd name="connsiteY2" fmla="*/ 0 h 5661210"/>
              <a:gd name="connsiteX3" fmla="*/ 6900783 w 6910929"/>
              <a:gd name="connsiteY3" fmla="*/ 3437653 h 5661210"/>
              <a:gd name="connsiteX4" fmla="*/ 5610518 w 6910929"/>
              <a:gd name="connsiteY4" fmla="*/ 5661210 h 5661210"/>
              <a:gd name="connsiteX5" fmla="*/ 1057389 w 6910929"/>
              <a:gd name="connsiteY5" fmla="*/ 5655272 h 5661210"/>
              <a:gd name="connsiteX6" fmla="*/ 0 w 6910929"/>
              <a:gd name="connsiteY6" fmla="*/ 3825599 h 5661210"/>
              <a:gd name="connsiteX0" fmla="*/ 996 w 6911925"/>
              <a:gd name="connsiteY0" fmla="*/ 3829263 h 5664874"/>
              <a:gd name="connsiteX1" fmla="*/ 1763 w 6911925"/>
              <a:gd name="connsiteY1" fmla="*/ 0 h 5664874"/>
              <a:gd name="connsiteX2" fmla="*/ 6911925 w 6911925"/>
              <a:gd name="connsiteY2" fmla="*/ 3664 h 5664874"/>
              <a:gd name="connsiteX3" fmla="*/ 6901779 w 6911925"/>
              <a:gd name="connsiteY3" fmla="*/ 3441317 h 5664874"/>
              <a:gd name="connsiteX4" fmla="*/ 5611514 w 6911925"/>
              <a:gd name="connsiteY4" fmla="*/ 5664874 h 5664874"/>
              <a:gd name="connsiteX5" fmla="*/ 1058385 w 6911925"/>
              <a:gd name="connsiteY5" fmla="*/ 5658936 h 5664874"/>
              <a:gd name="connsiteX6" fmla="*/ 996 w 6911925"/>
              <a:gd name="connsiteY6" fmla="*/ 3829263 h 5664874"/>
              <a:gd name="connsiteX0" fmla="*/ 3982 w 6914911"/>
              <a:gd name="connsiteY0" fmla="*/ 3835865 h 5671476"/>
              <a:gd name="connsiteX1" fmla="*/ 1421 w 6914911"/>
              <a:gd name="connsiteY1" fmla="*/ 0 h 5671476"/>
              <a:gd name="connsiteX2" fmla="*/ 6914911 w 6914911"/>
              <a:gd name="connsiteY2" fmla="*/ 10266 h 5671476"/>
              <a:gd name="connsiteX3" fmla="*/ 6904765 w 6914911"/>
              <a:gd name="connsiteY3" fmla="*/ 3447919 h 5671476"/>
              <a:gd name="connsiteX4" fmla="*/ 5614500 w 6914911"/>
              <a:gd name="connsiteY4" fmla="*/ 5671476 h 5671476"/>
              <a:gd name="connsiteX5" fmla="*/ 1061371 w 6914911"/>
              <a:gd name="connsiteY5" fmla="*/ 5665538 h 5671476"/>
              <a:gd name="connsiteX6" fmla="*/ 3982 w 6914911"/>
              <a:gd name="connsiteY6" fmla="*/ 3835865 h 5671476"/>
              <a:gd name="connsiteX0" fmla="*/ 3982 w 6904765"/>
              <a:gd name="connsiteY0" fmla="*/ 3835865 h 5671476"/>
              <a:gd name="connsiteX1" fmla="*/ 1421 w 6904765"/>
              <a:gd name="connsiteY1" fmla="*/ 0 h 5671476"/>
              <a:gd name="connsiteX2" fmla="*/ 6815114 w 6904765"/>
              <a:gd name="connsiteY2" fmla="*/ 49879 h 5671476"/>
              <a:gd name="connsiteX3" fmla="*/ 6904765 w 6904765"/>
              <a:gd name="connsiteY3" fmla="*/ 3447919 h 5671476"/>
              <a:gd name="connsiteX4" fmla="*/ 5614500 w 6904765"/>
              <a:gd name="connsiteY4" fmla="*/ 5671476 h 5671476"/>
              <a:gd name="connsiteX5" fmla="*/ 1061371 w 6904765"/>
              <a:gd name="connsiteY5" fmla="*/ 5665538 h 5671476"/>
              <a:gd name="connsiteX6" fmla="*/ 3982 w 6904765"/>
              <a:gd name="connsiteY6" fmla="*/ 3835865 h 5671476"/>
              <a:gd name="connsiteX0" fmla="*/ 3982 w 6914914"/>
              <a:gd name="connsiteY0" fmla="*/ 3835865 h 5671476"/>
              <a:gd name="connsiteX1" fmla="*/ 1421 w 6914914"/>
              <a:gd name="connsiteY1" fmla="*/ 0 h 5671476"/>
              <a:gd name="connsiteX2" fmla="*/ 6914914 w 6914914"/>
              <a:gd name="connsiteY2" fmla="*/ 6965 h 5671476"/>
              <a:gd name="connsiteX3" fmla="*/ 6904765 w 6914914"/>
              <a:gd name="connsiteY3" fmla="*/ 3447919 h 5671476"/>
              <a:gd name="connsiteX4" fmla="*/ 5614500 w 6914914"/>
              <a:gd name="connsiteY4" fmla="*/ 5671476 h 5671476"/>
              <a:gd name="connsiteX5" fmla="*/ 1061371 w 6914914"/>
              <a:gd name="connsiteY5" fmla="*/ 5665538 h 5671476"/>
              <a:gd name="connsiteX6" fmla="*/ 3982 w 6914914"/>
              <a:gd name="connsiteY6" fmla="*/ 3835865 h 5671476"/>
              <a:gd name="connsiteX0" fmla="*/ 3982 w 6917563"/>
              <a:gd name="connsiteY0" fmla="*/ 3835865 h 5671476"/>
              <a:gd name="connsiteX1" fmla="*/ 1421 w 6917563"/>
              <a:gd name="connsiteY1" fmla="*/ 0 h 5671476"/>
              <a:gd name="connsiteX2" fmla="*/ 6914914 w 6917563"/>
              <a:gd name="connsiteY2" fmla="*/ 6965 h 5671476"/>
              <a:gd name="connsiteX3" fmla="*/ 6917563 w 6917563"/>
              <a:gd name="connsiteY3" fmla="*/ 3435219 h 5671476"/>
              <a:gd name="connsiteX4" fmla="*/ 5614500 w 6917563"/>
              <a:gd name="connsiteY4" fmla="*/ 5671476 h 5671476"/>
              <a:gd name="connsiteX5" fmla="*/ 1061371 w 6917563"/>
              <a:gd name="connsiteY5" fmla="*/ 5665538 h 5671476"/>
              <a:gd name="connsiteX6" fmla="*/ 3982 w 6917563"/>
              <a:gd name="connsiteY6" fmla="*/ 3835865 h 5671476"/>
              <a:gd name="connsiteX0" fmla="*/ 3982 w 6917563"/>
              <a:gd name="connsiteY0" fmla="*/ 3835865 h 5671476"/>
              <a:gd name="connsiteX1" fmla="*/ 1421 w 6917563"/>
              <a:gd name="connsiteY1" fmla="*/ 0 h 5671476"/>
              <a:gd name="connsiteX2" fmla="*/ 6914917 w 6917563"/>
              <a:gd name="connsiteY2" fmla="*/ 615 h 5671476"/>
              <a:gd name="connsiteX3" fmla="*/ 6917563 w 6917563"/>
              <a:gd name="connsiteY3" fmla="*/ 3435219 h 5671476"/>
              <a:gd name="connsiteX4" fmla="*/ 5614500 w 6917563"/>
              <a:gd name="connsiteY4" fmla="*/ 5671476 h 5671476"/>
              <a:gd name="connsiteX5" fmla="*/ 1061371 w 6917563"/>
              <a:gd name="connsiteY5" fmla="*/ 5665538 h 5671476"/>
              <a:gd name="connsiteX6" fmla="*/ 3982 w 6917563"/>
              <a:gd name="connsiteY6" fmla="*/ 3835865 h 5671476"/>
              <a:gd name="connsiteX0" fmla="*/ 998 w 6917905"/>
              <a:gd name="connsiteY0" fmla="*/ 3862276 h 5671476"/>
              <a:gd name="connsiteX1" fmla="*/ 1763 w 6917905"/>
              <a:gd name="connsiteY1" fmla="*/ 0 h 5671476"/>
              <a:gd name="connsiteX2" fmla="*/ 6915259 w 6917905"/>
              <a:gd name="connsiteY2" fmla="*/ 615 h 5671476"/>
              <a:gd name="connsiteX3" fmla="*/ 6917905 w 6917905"/>
              <a:gd name="connsiteY3" fmla="*/ 3435219 h 5671476"/>
              <a:gd name="connsiteX4" fmla="*/ 5614842 w 6917905"/>
              <a:gd name="connsiteY4" fmla="*/ 5671476 h 5671476"/>
              <a:gd name="connsiteX5" fmla="*/ 1061713 w 6917905"/>
              <a:gd name="connsiteY5" fmla="*/ 5665538 h 5671476"/>
              <a:gd name="connsiteX6" fmla="*/ 998 w 6917905"/>
              <a:gd name="connsiteY6" fmla="*/ 3862276 h 5671476"/>
              <a:gd name="connsiteX0" fmla="*/ 998 w 6917905"/>
              <a:gd name="connsiteY0" fmla="*/ 3862276 h 5671476"/>
              <a:gd name="connsiteX1" fmla="*/ 1763 w 6917905"/>
              <a:gd name="connsiteY1" fmla="*/ 0 h 5671476"/>
              <a:gd name="connsiteX2" fmla="*/ 6915259 w 6917905"/>
              <a:gd name="connsiteY2" fmla="*/ 615 h 5671476"/>
              <a:gd name="connsiteX3" fmla="*/ 6917905 w 6917905"/>
              <a:gd name="connsiteY3" fmla="*/ 3435219 h 5671476"/>
              <a:gd name="connsiteX4" fmla="*/ 5614842 w 6917905"/>
              <a:gd name="connsiteY4" fmla="*/ 5671476 h 5671476"/>
              <a:gd name="connsiteX5" fmla="*/ 1045081 w 6917905"/>
              <a:gd name="connsiteY5" fmla="*/ 5668839 h 5671476"/>
              <a:gd name="connsiteX6" fmla="*/ 998 w 6917905"/>
              <a:gd name="connsiteY6" fmla="*/ 3862276 h 5671476"/>
              <a:gd name="connsiteX0" fmla="*/ 998 w 6917905"/>
              <a:gd name="connsiteY0" fmla="*/ 3862276 h 5668839"/>
              <a:gd name="connsiteX1" fmla="*/ 1763 w 6917905"/>
              <a:gd name="connsiteY1" fmla="*/ 0 h 5668839"/>
              <a:gd name="connsiteX2" fmla="*/ 6915259 w 6917905"/>
              <a:gd name="connsiteY2" fmla="*/ 615 h 5668839"/>
              <a:gd name="connsiteX3" fmla="*/ 6917905 w 6917905"/>
              <a:gd name="connsiteY3" fmla="*/ 3435219 h 5668839"/>
              <a:gd name="connsiteX4" fmla="*/ 5511718 w 6917905"/>
              <a:gd name="connsiteY4" fmla="*/ 5588948 h 5668839"/>
              <a:gd name="connsiteX5" fmla="*/ 1045081 w 6917905"/>
              <a:gd name="connsiteY5" fmla="*/ 5668839 h 5668839"/>
              <a:gd name="connsiteX6" fmla="*/ 998 w 6917905"/>
              <a:gd name="connsiteY6" fmla="*/ 3862276 h 5668839"/>
              <a:gd name="connsiteX0" fmla="*/ 998 w 6917905"/>
              <a:gd name="connsiteY0" fmla="*/ 3862276 h 5674780"/>
              <a:gd name="connsiteX1" fmla="*/ 1763 w 6917905"/>
              <a:gd name="connsiteY1" fmla="*/ 0 h 5674780"/>
              <a:gd name="connsiteX2" fmla="*/ 6915259 w 6917905"/>
              <a:gd name="connsiteY2" fmla="*/ 615 h 5674780"/>
              <a:gd name="connsiteX3" fmla="*/ 6917905 w 6917905"/>
              <a:gd name="connsiteY3" fmla="*/ 3435219 h 5674780"/>
              <a:gd name="connsiteX4" fmla="*/ 5614843 w 6917905"/>
              <a:gd name="connsiteY4" fmla="*/ 5674780 h 5674780"/>
              <a:gd name="connsiteX5" fmla="*/ 1045081 w 6917905"/>
              <a:gd name="connsiteY5" fmla="*/ 5668839 h 5674780"/>
              <a:gd name="connsiteX6" fmla="*/ 998 w 6917905"/>
              <a:gd name="connsiteY6" fmla="*/ 3862276 h 5674780"/>
              <a:gd name="connsiteX0" fmla="*/ 998 w 6917905"/>
              <a:gd name="connsiteY0" fmla="*/ 3862276 h 5668839"/>
              <a:gd name="connsiteX1" fmla="*/ 1763 w 6917905"/>
              <a:gd name="connsiteY1" fmla="*/ 0 h 5668839"/>
              <a:gd name="connsiteX2" fmla="*/ 6915259 w 6917905"/>
              <a:gd name="connsiteY2" fmla="*/ 615 h 5668839"/>
              <a:gd name="connsiteX3" fmla="*/ 6917905 w 6917905"/>
              <a:gd name="connsiteY3" fmla="*/ 3435219 h 5668839"/>
              <a:gd name="connsiteX4" fmla="*/ 5608190 w 6917905"/>
              <a:gd name="connsiteY4" fmla="*/ 5645070 h 5668839"/>
              <a:gd name="connsiteX5" fmla="*/ 1045081 w 6917905"/>
              <a:gd name="connsiteY5" fmla="*/ 5668839 h 5668839"/>
              <a:gd name="connsiteX6" fmla="*/ 998 w 6917905"/>
              <a:gd name="connsiteY6" fmla="*/ 3862276 h 5668839"/>
              <a:gd name="connsiteX0" fmla="*/ 998 w 6917905"/>
              <a:gd name="connsiteY0" fmla="*/ 3862276 h 5671482"/>
              <a:gd name="connsiteX1" fmla="*/ 1763 w 6917905"/>
              <a:gd name="connsiteY1" fmla="*/ 0 h 5671482"/>
              <a:gd name="connsiteX2" fmla="*/ 6915259 w 6917905"/>
              <a:gd name="connsiteY2" fmla="*/ 615 h 5671482"/>
              <a:gd name="connsiteX3" fmla="*/ 6917905 w 6917905"/>
              <a:gd name="connsiteY3" fmla="*/ 3435219 h 5671482"/>
              <a:gd name="connsiteX4" fmla="*/ 5614844 w 6917905"/>
              <a:gd name="connsiteY4" fmla="*/ 5671482 h 5671482"/>
              <a:gd name="connsiteX5" fmla="*/ 1045081 w 6917905"/>
              <a:gd name="connsiteY5" fmla="*/ 5668839 h 5671482"/>
              <a:gd name="connsiteX6" fmla="*/ 998 w 6917905"/>
              <a:gd name="connsiteY6" fmla="*/ 3862276 h 5671482"/>
              <a:gd name="connsiteX0" fmla="*/ 998 w 6917905"/>
              <a:gd name="connsiteY0" fmla="*/ 3862276 h 5671482"/>
              <a:gd name="connsiteX1" fmla="*/ 1763 w 6917905"/>
              <a:gd name="connsiteY1" fmla="*/ 0 h 5671482"/>
              <a:gd name="connsiteX2" fmla="*/ 6915259 w 6917905"/>
              <a:gd name="connsiteY2" fmla="*/ 615 h 5671482"/>
              <a:gd name="connsiteX3" fmla="*/ 6917905 w 6917905"/>
              <a:gd name="connsiteY3" fmla="*/ 3435219 h 5671482"/>
              <a:gd name="connsiteX4" fmla="*/ 5614844 w 6917905"/>
              <a:gd name="connsiteY4" fmla="*/ 5671482 h 5671482"/>
              <a:gd name="connsiteX5" fmla="*/ 1038428 w 6917905"/>
              <a:gd name="connsiteY5" fmla="*/ 5668839 h 5671482"/>
              <a:gd name="connsiteX6" fmla="*/ 998 w 6917905"/>
              <a:gd name="connsiteY6" fmla="*/ 3862276 h 567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17905" h="5671482">
                <a:moveTo>
                  <a:pt x="998" y="3862276"/>
                </a:moveTo>
                <a:cubicBezTo>
                  <a:pt x="6784" y="2580785"/>
                  <a:pt x="-4023" y="1281491"/>
                  <a:pt x="1763" y="0"/>
                </a:cubicBezTo>
                <a:lnTo>
                  <a:pt x="6915259" y="615"/>
                </a:lnTo>
                <a:lnTo>
                  <a:pt x="6917905" y="3435219"/>
                </a:lnTo>
                <a:lnTo>
                  <a:pt x="5614844" y="5671482"/>
                </a:lnTo>
                <a:lnTo>
                  <a:pt x="1038428" y="5668839"/>
                </a:lnTo>
                <a:lnTo>
                  <a:pt x="998" y="3862276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5B32A22-FAFC-364D-99CB-B22D6ABBBFB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02000" y="-3175"/>
            <a:ext cx="8890000" cy="6861175"/>
          </a:xfrm>
          <a:custGeom>
            <a:avLst/>
            <a:gdLst>
              <a:gd name="connsiteX0" fmla="*/ 0 w 8890000"/>
              <a:gd name="connsiteY0" fmla="*/ 0 h 6861175"/>
              <a:gd name="connsiteX1" fmla="*/ 8890000 w 8890000"/>
              <a:gd name="connsiteY1" fmla="*/ 0 h 6861175"/>
              <a:gd name="connsiteX2" fmla="*/ 8890000 w 8890000"/>
              <a:gd name="connsiteY2" fmla="*/ 6861175 h 6861175"/>
              <a:gd name="connsiteX3" fmla="*/ 561739 w 8890000"/>
              <a:gd name="connsiteY3" fmla="*/ 6861175 h 6861175"/>
              <a:gd name="connsiteX4" fmla="*/ 2362512 w 8890000"/>
              <a:gd name="connsiteY4" fmla="*/ 5834990 h 6861175"/>
              <a:gd name="connsiteX5" fmla="*/ 2365155 w 8890000"/>
              <a:gd name="connsiteY5" fmla="*/ 1293624 h 6861175"/>
              <a:gd name="connsiteX6" fmla="*/ 128892 w 8890000"/>
              <a:gd name="connsiteY6" fmla="*/ 543 h 6861175"/>
              <a:gd name="connsiteX7" fmla="*/ 0 w 8890000"/>
              <a:gd name="connsiteY7" fmla="*/ 642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90000" h="6861175">
                <a:moveTo>
                  <a:pt x="0" y="0"/>
                </a:moveTo>
                <a:lnTo>
                  <a:pt x="8890000" y="0"/>
                </a:lnTo>
                <a:lnTo>
                  <a:pt x="8890000" y="6861175"/>
                </a:lnTo>
                <a:lnTo>
                  <a:pt x="561739" y="6861175"/>
                </a:lnTo>
                <a:lnTo>
                  <a:pt x="2362512" y="5834990"/>
                </a:lnTo>
                <a:lnTo>
                  <a:pt x="2365155" y="1293624"/>
                </a:lnTo>
                <a:lnTo>
                  <a:pt x="128892" y="543"/>
                </a:lnTo>
                <a:lnTo>
                  <a:pt x="0" y="642"/>
                </a:lnTo>
                <a:close/>
              </a:path>
            </a:pathLst>
          </a:custGeom>
          <a:solidFill>
            <a:srgbClr val="F6F8F8"/>
          </a:solidFill>
        </p:spPr>
        <p:txBody>
          <a:bodyPr wrap="square" lIns="2160000" tIns="720000" rIns="1080000" bIns="2880000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GB" dirty="0"/>
              <a:t>Click on icon to insert image (include Alt Text)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D383FB-0467-4241-BEF0-D636E886723B}"/>
              </a:ext>
            </a:extLst>
          </p:cNvPr>
          <p:cNvCxnSpPr/>
          <p:nvPr userDrawn="1"/>
        </p:nvCxnSpPr>
        <p:spPr>
          <a:xfrm>
            <a:off x="612000" y="516181"/>
            <a:ext cx="865108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F1649F8-C95E-B04E-A0E7-F89193CC97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775" y="2519999"/>
            <a:ext cx="4428148" cy="30015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Heading text across multiple lines, keep to max 3 or 4 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A0CEB-1ADA-CA42-8099-765250B64F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2775" y="604838"/>
            <a:ext cx="3217820" cy="508000"/>
          </a:xfrm>
        </p:spPr>
        <p:txBody>
          <a:bodyPr lIns="0" tIns="0" rIns="0" bIns="0"/>
          <a:lstStyle>
            <a:lvl1pPr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Heading label</a:t>
            </a:r>
          </a:p>
        </p:txBody>
      </p:sp>
      <p:pic>
        <p:nvPicPr>
          <p:cNvPr id="12" name="Picture 11" descr="Icon&#10;&#10;Description automatically generated with medium confidence">
            <a:extLst>
              <a:ext uri="{FF2B5EF4-FFF2-40B4-BE49-F238E27FC236}">
                <a16:creationId xmlns:a16="http://schemas.microsoft.com/office/drawing/2014/main" id="{60498E81-FF59-E647-A50E-1B71AD1E2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0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image with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>
            <a:extLst>
              <a:ext uri="{FF2B5EF4-FFF2-40B4-BE49-F238E27FC236}">
                <a16:creationId xmlns:a16="http://schemas.microsoft.com/office/drawing/2014/main" id="{02B2AFD7-4763-4945-98B2-A61CB49D6A22}"/>
              </a:ext>
            </a:extLst>
          </p:cNvPr>
          <p:cNvSpPr/>
          <p:nvPr userDrawn="1"/>
        </p:nvSpPr>
        <p:spPr>
          <a:xfrm rot="5400000">
            <a:off x="5926744" y="595440"/>
            <a:ext cx="6866053" cy="5669837"/>
          </a:xfrm>
          <a:custGeom>
            <a:avLst/>
            <a:gdLst>
              <a:gd name="connsiteX0" fmla="*/ 0 w 7261412"/>
              <a:gd name="connsiteY0" fmla="*/ 3059206 h 6118412"/>
              <a:gd name="connsiteX1" fmla="*/ 1005194 w 7261412"/>
              <a:gd name="connsiteY1" fmla="*/ 1 h 6118412"/>
              <a:gd name="connsiteX2" fmla="*/ 6256218 w 7261412"/>
              <a:gd name="connsiteY2" fmla="*/ 1 h 6118412"/>
              <a:gd name="connsiteX3" fmla="*/ 7261412 w 7261412"/>
              <a:gd name="connsiteY3" fmla="*/ 3059206 h 6118412"/>
              <a:gd name="connsiteX4" fmla="*/ 6256218 w 7261412"/>
              <a:gd name="connsiteY4" fmla="*/ 6118411 h 6118412"/>
              <a:gd name="connsiteX5" fmla="*/ 1005194 w 7261412"/>
              <a:gd name="connsiteY5" fmla="*/ 6118411 h 6118412"/>
              <a:gd name="connsiteX6" fmla="*/ 0 w 7261412"/>
              <a:gd name="connsiteY6" fmla="*/ 3059206 h 6118412"/>
              <a:gd name="connsiteX0" fmla="*/ 0 w 7267350"/>
              <a:gd name="connsiteY0" fmla="*/ 3059205 h 6118410"/>
              <a:gd name="connsiteX1" fmla="*/ 1005194 w 7267350"/>
              <a:gd name="connsiteY1" fmla="*/ 0 h 6118410"/>
              <a:gd name="connsiteX2" fmla="*/ 6256218 w 7267350"/>
              <a:gd name="connsiteY2" fmla="*/ 0 h 6118410"/>
              <a:gd name="connsiteX3" fmla="*/ 7267350 w 7267350"/>
              <a:gd name="connsiteY3" fmla="*/ 4341740 h 6118410"/>
              <a:gd name="connsiteX4" fmla="*/ 6256218 w 7267350"/>
              <a:gd name="connsiteY4" fmla="*/ 6118410 h 6118410"/>
              <a:gd name="connsiteX5" fmla="*/ 1005194 w 7267350"/>
              <a:gd name="connsiteY5" fmla="*/ 6118410 h 6118410"/>
              <a:gd name="connsiteX6" fmla="*/ 0 w 7267350"/>
              <a:gd name="connsiteY6" fmla="*/ 3059205 h 6118410"/>
              <a:gd name="connsiteX0" fmla="*/ 0 w 7277496"/>
              <a:gd name="connsiteY0" fmla="*/ 3059205 h 6118410"/>
              <a:gd name="connsiteX1" fmla="*/ 1005194 w 7277496"/>
              <a:gd name="connsiteY1" fmla="*/ 0 h 6118410"/>
              <a:gd name="connsiteX2" fmla="*/ 7277496 w 7277496"/>
              <a:gd name="connsiteY2" fmla="*/ 457200 h 6118410"/>
              <a:gd name="connsiteX3" fmla="*/ 7267350 w 7277496"/>
              <a:gd name="connsiteY3" fmla="*/ 4341740 h 6118410"/>
              <a:gd name="connsiteX4" fmla="*/ 6256218 w 7277496"/>
              <a:gd name="connsiteY4" fmla="*/ 6118410 h 6118410"/>
              <a:gd name="connsiteX5" fmla="*/ 1005194 w 7277496"/>
              <a:gd name="connsiteY5" fmla="*/ 6118410 h 6118410"/>
              <a:gd name="connsiteX6" fmla="*/ 0 w 7277496"/>
              <a:gd name="connsiteY6" fmla="*/ 3059205 h 6118410"/>
              <a:gd name="connsiteX0" fmla="*/ 0 w 7277496"/>
              <a:gd name="connsiteY0" fmla="*/ 2607943 h 5667148"/>
              <a:gd name="connsiteX1" fmla="*/ 405490 w 7277496"/>
              <a:gd name="connsiteY1" fmla="*/ 0 h 5667148"/>
              <a:gd name="connsiteX2" fmla="*/ 7277496 w 7277496"/>
              <a:gd name="connsiteY2" fmla="*/ 5938 h 5667148"/>
              <a:gd name="connsiteX3" fmla="*/ 7267350 w 7277496"/>
              <a:gd name="connsiteY3" fmla="*/ 3890478 h 5667148"/>
              <a:gd name="connsiteX4" fmla="*/ 6256218 w 7277496"/>
              <a:gd name="connsiteY4" fmla="*/ 5667148 h 5667148"/>
              <a:gd name="connsiteX5" fmla="*/ 1005194 w 7277496"/>
              <a:gd name="connsiteY5" fmla="*/ 5667148 h 5667148"/>
              <a:gd name="connsiteX6" fmla="*/ 0 w 7277496"/>
              <a:gd name="connsiteY6" fmla="*/ 2607943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50728 w 6872006"/>
              <a:gd name="connsiteY4" fmla="*/ 5667148 h 5667148"/>
              <a:gd name="connsiteX5" fmla="*/ 599704 w 6872006"/>
              <a:gd name="connsiteY5" fmla="*/ 5667148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50728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60353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176088 w 6872006"/>
              <a:gd name="connsiteY0" fmla="*/ 3346088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60353 w 6872006"/>
              <a:gd name="connsiteY4" fmla="*/ 5667148 h 5667148"/>
              <a:gd name="connsiteX5" fmla="*/ 1300348 w 6872006"/>
              <a:gd name="connsiteY5" fmla="*/ 5661210 h 5667148"/>
              <a:gd name="connsiteX6" fmla="*/ 176088 w 6872006"/>
              <a:gd name="connsiteY6" fmla="*/ 3346088 h 5667148"/>
              <a:gd name="connsiteX0" fmla="*/ 0 w 6874673"/>
              <a:gd name="connsiteY0" fmla="*/ 3469841 h 5667148"/>
              <a:gd name="connsiteX1" fmla="*/ 2667 w 6874673"/>
              <a:gd name="connsiteY1" fmla="*/ 0 h 5667148"/>
              <a:gd name="connsiteX2" fmla="*/ 6874673 w 6874673"/>
              <a:gd name="connsiteY2" fmla="*/ 5938 h 5667148"/>
              <a:gd name="connsiteX3" fmla="*/ 6864527 w 6874673"/>
              <a:gd name="connsiteY3" fmla="*/ 3890478 h 5667148"/>
              <a:gd name="connsiteX4" fmla="*/ 5863020 w 6874673"/>
              <a:gd name="connsiteY4" fmla="*/ 5667148 h 5667148"/>
              <a:gd name="connsiteX5" fmla="*/ 1303015 w 6874673"/>
              <a:gd name="connsiteY5" fmla="*/ 5661210 h 5667148"/>
              <a:gd name="connsiteX6" fmla="*/ 0 w 6874673"/>
              <a:gd name="connsiteY6" fmla="*/ 3469841 h 5667148"/>
              <a:gd name="connsiteX0" fmla="*/ 0 w 6864527"/>
              <a:gd name="connsiteY0" fmla="*/ 3469841 h 5667148"/>
              <a:gd name="connsiteX1" fmla="*/ 2667 w 6864527"/>
              <a:gd name="connsiteY1" fmla="*/ 0 h 5667148"/>
              <a:gd name="connsiteX2" fmla="*/ 6809978 w 6864527"/>
              <a:gd name="connsiteY2" fmla="*/ 87889 h 5667148"/>
              <a:gd name="connsiteX3" fmla="*/ 6864527 w 6864527"/>
              <a:gd name="connsiteY3" fmla="*/ 3890478 h 5667148"/>
              <a:gd name="connsiteX4" fmla="*/ 5863020 w 6864527"/>
              <a:gd name="connsiteY4" fmla="*/ 5667148 h 5667148"/>
              <a:gd name="connsiteX5" fmla="*/ 1303015 w 6864527"/>
              <a:gd name="connsiteY5" fmla="*/ 5661210 h 5667148"/>
              <a:gd name="connsiteX6" fmla="*/ 0 w 6864527"/>
              <a:gd name="connsiteY6" fmla="*/ 3469841 h 5667148"/>
              <a:gd name="connsiteX0" fmla="*/ 0 w 6866053"/>
              <a:gd name="connsiteY0" fmla="*/ 3472530 h 5669837"/>
              <a:gd name="connsiteX1" fmla="*/ 2667 w 6866053"/>
              <a:gd name="connsiteY1" fmla="*/ 2689 h 5669837"/>
              <a:gd name="connsiteX2" fmla="*/ 6866053 w 6866053"/>
              <a:gd name="connsiteY2" fmla="*/ 0 h 5669837"/>
              <a:gd name="connsiteX3" fmla="*/ 6864527 w 6866053"/>
              <a:gd name="connsiteY3" fmla="*/ 3893167 h 5669837"/>
              <a:gd name="connsiteX4" fmla="*/ 5863020 w 6866053"/>
              <a:gd name="connsiteY4" fmla="*/ 5669837 h 5669837"/>
              <a:gd name="connsiteX5" fmla="*/ 1303015 w 6866053"/>
              <a:gd name="connsiteY5" fmla="*/ 5663899 h 5669837"/>
              <a:gd name="connsiteX6" fmla="*/ 0 w 6866053"/>
              <a:gd name="connsiteY6" fmla="*/ 3472530 h 566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6053" h="5669837">
                <a:moveTo>
                  <a:pt x="0" y="3472530"/>
                </a:moveTo>
                <a:lnTo>
                  <a:pt x="2667" y="2689"/>
                </a:lnTo>
                <a:lnTo>
                  <a:pt x="6866053" y="0"/>
                </a:lnTo>
                <a:cubicBezTo>
                  <a:pt x="6865544" y="1297722"/>
                  <a:pt x="6865036" y="2595445"/>
                  <a:pt x="6864527" y="3893167"/>
                </a:cubicBezTo>
                <a:lnTo>
                  <a:pt x="5863020" y="5669837"/>
                </a:lnTo>
                <a:lnTo>
                  <a:pt x="1303015" y="5663899"/>
                </a:lnTo>
                <a:lnTo>
                  <a:pt x="0" y="347253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B5F59B-0C3D-DF40-B199-A44391FFF98F}"/>
              </a:ext>
            </a:extLst>
          </p:cNvPr>
          <p:cNvCxnSpPr/>
          <p:nvPr userDrawn="1"/>
        </p:nvCxnSpPr>
        <p:spPr>
          <a:xfrm>
            <a:off x="10724056" y="516181"/>
            <a:ext cx="865108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D2FB892-A0F4-4B49-946B-F27A170AF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12933" y="612000"/>
            <a:ext cx="3217820" cy="508000"/>
          </a:xfrm>
        </p:spPr>
        <p:txBody>
          <a:bodyPr lIns="0" tIns="0" rIns="0" bIns="0"/>
          <a:lstStyle>
            <a:lvl1pPr algn="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Heading label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C3F5774-42F5-8F4D-BDAC-F15EC1784E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2605" y="2358345"/>
            <a:ext cx="4428148" cy="30015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Heading text across multiple lines, keep to max 3 or 4 lines</a:t>
            </a:r>
          </a:p>
        </p:txBody>
      </p:sp>
      <p:sp>
        <p:nvSpPr>
          <p:cNvPr id="11" name="Picture Placeholder 20">
            <a:extLst>
              <a:ext uri="{FF2B5EF4-FFF2-40B4-BE49-F238E27FC236}">
                <a16:creationId xmlns:a16="http://schemas.microsoft.com/office/drawing/2014/main" id="{021F5C52-2CE2-094A-8FAA-3C5C8B0D874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729034" cy="6858000"/>
          </a:xfrm>
          <a:custGeom>
            <a:avLst/>
            <a:gdLst>
              <a:gd name="connsiteX0" fmla="*/ 0 w 11328400"/>
              <a:gd name="connsiteY0" fmla="*/ 0 h 6858000"/>
              <a:gd name="connsiteX1" fmla="*/ 11328400 w 11328400"/>
              <a:gd name="connsiteY1" fmla="*/ 0 h 6858000"/>
              <a:gd name="connsiteX2" fmla="*/ 11328400 w 11328400"/>
              <a:gd name="connsiteY2" fmla="*/ 1050 h 6858000"/>
              <a:gd name="connsiteX3" fmla="*/ 8729034 w 11328400"/>
              <a:gd name="connsiteY3" fmla="*/ 4209 h 6858000"/>
              <a:gd name="connsiteX4" fmla="*/ 6530790 w 11328400"/>
              <a:gd name="connsiteY4" fmla="*/ 1300348 h 6858000"/>
              <a:gd name="connsiteX5" fmla="*/ 6524852 w 11328400"/>
              <a:gd name="connsiteY5" fmla="*/ 5860353 h 6858000"/>
              <a:gd name="connsiteX6" fmla="*/ 8294675 w 11328400"/>
              <a:gd name="connsiteY6" fmla="*/ 6858000 h 6858000"/>
              <a:gd name="connsiteX7" fmla="*/ 0 w 11328400"/>
              <a:gd name="connsiteY7" fmla="*/ 6858000 h 6858000"/>
              <a:gd name="connsiteX0" fmla="*/ 0 w 11328400"/>
              <a:gd name="connsiteY0" fmla="*/ 102078 h 6960078"/>
              <a:gd name="connsiteX1" fmla="*/ 11328400 w 11328400"/>
              <a:gd name="connsiteY1" fmla="*/ 102078 h 6960078"/>
              <a:gd name="connsiteX2" fmla="*/ 8963335 w 11328400"/>
              <a:gd name="connsiteY2" fmla="*/ 0 h 6960078"/>
              <a:gd name="connsiteX3" fmla="*/ 8729034 w 11328400"/>
              <a:gd name="connsiteY3" fmla="*/ 106287 h 6960078"/>
              <a:gd name="connsiteX4" fmla="*/ 6530790 w 11328400"/>
              <a:gd name="connsiteY4" fmla="*/ 1402426 h 6960078"/>
              <a:gd name="connsiteX5" fmla="*/ 6524852 w 11328400"/>
              <a:gd name="connsiteY5" fmla="*/ 5962431 h 6960078"/>
              <a:gd name="connsiteX6" fmla="*/ 8294675 w 11328400"/>
              <a:gd name="connsiteY6" fmla="*/ 6960078 h 6960078"/>
              <a:gd name="connsiteX7" fmla="*/ 0 w 11328400"/>
              <a:gd name="connsiteY7" fmla="*/ 6960078 h 6960078"/>
              <a:gd name="connsiteX8" fmla="*/ 0 w 11328400"/>
              <a:gd name="connsiteY8" fmla="*/ 102078 h 6960078"/>
              <a:gd name="connsiteX0" fmla="*/ 0 w 9877735"/>
              <a:gd name="connsiteY0" fmla="*/ 102078 h 6960078"/>
              <a:gd name="connsiteX1" fmla="*/ 9877735 w 9877735"/>
              <a:gd name="connsiteY1" fmla="*/ 60827 h 6960078"/>
              <a:gd name="connsiteX2" fmla="*/ 8963335 w 9877735"/>
              <a:gd name="connsiteY2" fmla="*/ 0 h 6960078"/>
              <a:gd name="connsiteX3" fmla="*/ 8729034 w 9877735"/>
              <a:gd name="connsiteY3" fmla="*/ 106287 h 6960078"/>
              <a:gd name="connsiteX4" fmla="*/ 6530790 w 9877735"/>
              <a:gd name="connsiteY4" fmla="*/ 1402426 h 6960078"/>
              <a:gd name="connsiteX5" fmla="*/ 6524852 w 9877735"/>
              <a:gd name="connsiteY5" fmla="*/ 5962431 h 6960078"/>
              <a:gd name="connsiteX6" fmla="*/ 8294675 w 9877735"/>
              <a:gd name="connsiteY6" fmla="*/ 6960078 h 6960078"/>
              <a:gd name="connsiteX7" fmla="*/ 0 w 9877735"/>
              <a:gd name="connsiteY7" fmla="*/ 6960078 h 6960078"/>
              <a:gd name="connsiteX8" fmla="*/ 0 w 9877735"/>
              <a:gd name="connsiteY8" fmla="*/ 102078 h 6960078"/>
              <a:gd name="connsiteX0" fmla="*/ 0 w 8963335"/>
              <a:gd name="connsiteY0" fmla="*/ 102078 h 6960078"/>
              <a:gd name="connsiteX1" fmla="*/ 8502698 w 8963335"/>
              <a:gd name="connsiteY1" fmla="*/ 88328 h 6960078"/>
              <a:gd name="connsiteX2" fmla="*/ 8963335 w 8963335"/>
              <a:gd name="connsiteY2" fmla="*/ 0 h 6960078"/>
              <a:gd name="connsiteX3" fmla="*/ 8729034 w 8963335"/>
              <a:gd name="connsiteY3" fmla="*/ 106287 h 6960078"/>
              <a:gd name="connsiteX4" fmla="*/ 6530790 w 8963335"/>
              <a:gd name="connsiteY4" fmla="*/ 1402426 h 6960078"/>
              <a:gd name="connsiteX5" fmla="*/ 6524852 w 8963335"/>
              <a:gd name="connsiteY5" fmla="*/ 5962431 h 6960078"/>
              <a:gd name="connsiteX6" fmla="*/ 8294675 w 8963335"/>
              <a:gd name="connsiteY6" fmla="*/ 6960078 h 6960078"/>
              <a:gd name="connsiteX7" fmla="*/ 0 w 8963335"/>
              <a:gd name="connsiteY7" fmla="*/ 6960078 h 6960078"/>
              <a:gd name="connsiteX8" fmla="*/ 0 w 8963335"/>
              <a:gd name="connsiteY8" fmla="*/ 102078 h 6960078"/>
              <a:gd name="connsiteX0" fmla="*/ 0 w 9073338"/>
              <a:gd name="connsiteY0" fmla="*/ 157080 h 7015080"/>
              <a:gd name="connsiteX1" fmla="*/ 8502698 w 9073338"/>
              <a:gd name="connsiteY1" fmla="*/ 143330 h 7015080"/>
              <a:gd name="connsiteX2" fmla="*/ 9073338 w 9073338"/>
              <a:gd name="connsiteY2" fmla="*/ 0 h 7015080"/>
              <a:gd name="connsiteX3" fmla="*/ 8729034 w 9073338"/>
              <a:gd name="connsiteY3" fmla="*/ 161289 h 7015080"/>
              <a:gd name="connsiteX4" fmla="*/ 6530790 w 9073338"/>
              <a:gd name="connsiteY4" fmla="*/ 1457428 h 7015080"/>
              <a:gd name="connsiteX5" fmla="*/ 6524852 w 9073338"/>
              <a:gd name="connsiteY5" fmla="*/ 6017433 h 7015080"/>
              <a:gd name="connsiteX6" fmla="*/ 8294675 w 9073338"/>
              <a:gd name="connsiteY6" fmla="*/ 7015080 h 7015080"/>
              <a:gd name="connsiteX7" fmla="*/ 0 w 9073338"/>
              <a:gd name="connsiteY7" fmla="*/ 7015080 h 7015080"/>
              <a:gd name="connsiteX8" fmla="*/ 0 w 9073338"/>
              <a:gd name="connsiteY8" fmla="*/ 157080 h 7015080"/>
              <a:gd name="connsiteX0" fmla="*/ 0 w 8729034"/>
              <a:gd name="connsiteY0" fmla="*/ 13750 h 6871750"/>
              <a:gd name="connsiteX1" fmla="*/ 8502698 w 8729034"/>
              <a:gd name="connsiteY1" fmla="*/ 0 h 6871750"/>
              <a:gd name="connsiteX2" fmla="*/ 8729034 w 8729034"/>
              <a:gd name="connsiteY2" fmla="*/ 17959 h 6871750"/>
              <a:gd name="connsiteX3" fmla="*/ 6530790 w 8729034"/>
              <a:gd name="connsiteY3" fmla="*/ 1314098 h 6871750"/>
              <a:gd name="connsiteX4" fmla="*/ 6524852 w 8729034"/>
              <a:gd name="connsiteY4" fmla="*/ 5874103 h 6871750"/>
              <a:gd name="connsiteX5" fmla="*/ 8294675 w 8729034"/>
              <a:gd name="connsiteY5" fmla="*/ 6871750 h 6871750"/>
              <a:gd name="connsiteX6" fmla="*/ 0 w 8729034"/>
              <a:gd name="connsiteY6" fmla="*/ 6871750 h 6871750"/>
              <a:gd name="connsiteX7" fmla="*/ 0 w 8729034"/>
              <a:gd name="connsiteY7" fmla="*/ 13750 h 6871750"/>
              <a:gd name="connsiteX0" fmla="*/ 0 w 8729034"/>
              <a:gd name="connsiteY0" fmla="*/ 0 h 6858000"/>
              <a:gd name="connsiteX1" fmla="*/ 8729034 w 8729034"/>
              <a:gd name="connsiteY1" fmla="*/ 4209 h 6858000"/>
              <a:gd name="connsiteX2" fmla="*/ 6530790 w 8729034"/>
              <a:gd name="connsiteY2" fmla="*/ 1300348 h 6858000"/>
              <a:gd name="connsiteX3" fmla="*/ 6524852 w 8729034"/>
              <a:gd name="connsiteY3" fmla="*/ 5860353 h 6858000"/>
              <a:gd name="connsiteX4" fmla="*/ 8294675 w 8729034"/>
              <a:gd name="connsiteY4" fmla="*/ 6858000 h 6858000"/>
              <a:gd name="connsiteX5" fmla="*/ 0 w 8729034"/>
              <a:gd name="connsiteY5" fmla="*/ 6858000 h 6858000"/>
              <a:gd name="connsiteX6" fmla="*/ 0 w 8729034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29034" h="6858000">
                <a:moveTo>
                  <a:pt x="0" y="0"/>
                </a:moveTo>
                <a:lnTo>
                  <a:pt x="8729034" y="4209"/>
                </a:lnTo>
                <a:lnTo>
                  <a:pt x="6530790" y="1300348"/>
                </a:lnTo>
                <a:cubicBezTo>
                  <a:pt x="6528811" y="2820350"/>
                  <a:pt x="6526831" y="4340351"/>
                  <a:pt x="6524852" y="5860353"/>
                </a:cubicBezTo>
                <a:lnTo>
                  <a:pt x="82946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6F8F8"/>
          </a:solidFill>
        </p:spPr>
        <p:txBody>
          <a:bodyPr wrap="square" lIns="720000" tIns="1080000" rIns="2880000" bIns="2880000" anchor="ctr">
            <a:noAutofit/>
          </a:bodyPr>
          <a:lstStyle>
            <a:lvl1pPr marL="0" indent="0" algn="l">
              <a:buNone/>
              <a:defRPr/>
            </a:lvl1pPr>
          </a:lstStyle>
          <a:p>
            <a:r>
              <a:rPr lang="en-GB" dirty="0"/>
              <a:t>Click on icon to insert image (include Alt Text)</a:t>
            </a:r>
          </a:p>
        </p:txBody>
      </p:sp>
      <p:pic>
        <p:nvPicPr>
          <p:cNvPr id="16" name="Picture 15" descr="Icon&#10;&#10;Description automatically generated with medium confidence">
            <a:extLst>
              <a:ext uri="{FF2B5EF4-FFF2-40B4-BE49-F238E27FC236}">
                <a16:creationId xmlns:a16="http://schemas.microsoft.com/office/drawing/2014/main" id="{048CD2D2-2F67-D240-8EFB-86DEB5C760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46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and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exagon 3">
            <a:extLst>
              <a:ext uri="{FF2B5EF4-FFF2-40B4-BE49-F238E27FC236}">
                <a16:creationId xmlns:a16="http://schemas.microsoft.com/office/drawing/2014/main" id="{15BF2317-F58F-4046-A84A-45857550CCA4}"/>
              </a:ext>
            </a:extLst>
          </p:cNvPr>
          <p:cNvSpPr/>
          <p:nvPr userDrawn="1"/>
        </p:nvSpPr>
        <p:spPr>
          <a:xfrm rot="5400000">
            <a:off x="5926744" y="595440"/>
            <a:ext cx="6866053" cy="5669837"/>
          </a:xfrm>
          <a:custGeom>
            <a:avLst/>
            <a:gdLst>
              <a:gd name="connsiteX0" fmla="*/ 0 w 7261412"/>
              <a:gd name="connsiteY0" fmla="*/ 3059206 h 6118412"/>
              <a:gd name="connsiteX1" fmla="*/ 1005194 w 7261412"/>
              <a:gd name="connsiteY1" fmla="*/ 1 h 6118412"/>
              <a:gd name="connsiteX2" fmla="*/ 6256218 w 7261412"/>
              <a:gd name="connsiteY2" fmla="*/ 1 h 6118412"/>
              <a:gd name="connsiteX3" fmla="*/ 7261412 w 7261412"/>
              <a:gd name="connsiteY3" fmla="*/ 3059206 h 6118412"/>
              <a:gd name="connsiteX4" fmla="*/ 6256218 w 7261412"/>
              <a:gd name="connsiteY4" fmla="*/ 6118411 h 6118412"/>
              <a:gd name="connsiteX5" fmla="*/ 1005194 w 7261412"/>
              <a:gd name="connsiteY5" fmla="*/ 6118411 h 6118412"/>
              <a:gd name="connsiteX6" fmla="*/ 0 w 7261412"/>
              <a:gd name="connsiteY6" fmla="*/ 3059206 h 6118412"/>
              <a:gd name="connsiteX0" fmla="*/ 0 w 7267350"/>
              <a:gd name="connsiteY0" fmla="*/ 3059205 h 6118410"/>
              <a:gd name="connsiteX1" fmla="*/ 1005194 w 7267350"/>
              <a:gd name="connsiteY1" fmla="*/ 0 h 6118410"/>
              <a:gd name="connsiteX2" fmla="*/ 6256218 w 7267350"/>
              <a:gd name="connsiteY2" fmla="*/ 0 h 6118410"/>
              <a:gd name="connsiteX3" fmla="*/ 7267350 w 7267350"/>
              <a:gd name="connsiteY3" fmla="*/ 4341740 h 6118410"/>
              <a:gd name="connsiteX4" fmla="*/ 6256218 w 7267350"/>
              <a:gd name="connsiteY4" fmla="*/ 6118410 h 6118410"/>
              <a:gd name="connsiteX5" fmla="*/ 1005194 w 7267350"/>
              <a:gd name="connsiteY5" fmla="*/ 6118410 h 6118410"/>
              <a:gd name="connsiteX6" fmla="*/ 0 w 7267350"/>
              <a:gd name="connsiteY6" fmla="*/ 3059205 h 6118410"/>
              <a:gd name="connsiteX0" fmla="*/ 0 w 7277496"/>
              <a:gd name="connsiteY0" fmla="*/ 3059205 h 6118410"/>
              <a:gd name="connsiteX1" fmla="*/ 1005194 w 7277496"/>
              <a:gd name="connsiteY1" fmla="*/ 0 h 6118410"/>
              <a:gd name="connsiteX2" fmla="*/ 7277496 w 7277496"/>
              <a:gd name="connsiteY2" fmla="*/ 457200 h 6118410"/>
              <a:gd name="connsiteX3" fmla="*/ 7267350 w 7277496"/>
              <a:gd name="connsiteY3" fmla="*/ 4341740 h 6118410"/>
              <a:gd name="connsiteX4" fmla="*/ 6256218 w 7277496"/>
              <a:gd name="connsiteY4" fmla="*/ 6118410 h 6118410"/>
              <a:gd name="connsiteX5" fmla="*/ 1005194 w 7277496"/>
              <a:gd name="connsiteY5" fmla="*/ 6118410 h 6118410"/>
              <a:gd name="connsiteX6" fmla="*/ 0 w 7277496"/>
              <a:gd name="connsiteY6" fmla="*/ 3059205 h 6118410"/>
              <a:gd name="connsiteX0" fmla="*/ 0 w 7277496"/>
              <a:gd name="connsiteY0" fmla="*/ 2607943 h 5667148"/>
              <a:gd name="connsiteX1" fmla="*/ 405490 w 7277496"/>
              <a:gd name="connsiteY1" fmla="*/ 0 h 5667148"/>
              <a:gd name="connsiteX2" fmla="*/ 7277496 w 7277496"/>
              <a:gd name="connsiteY2" fmla="*/ 5938 h 5667148"/>
              <a:gd name="connsiteX3" fmla="*/ 7267350 w 7277496"/>
              <a:gd name="connsiteY3" fmla="*/ 3890478 h 5667148"/>
              <a:gd name="connsiteX4" fmla="*/ 6256218 w 7277496"/>
              <a:gd name="connsiteY4" fmla="*/ 5667148 h 5667148"/>
              <a:gd name="connsiteX5" fmla="*/ 1005194 w 7277496"/>
              <a:gd name="connsiteY5" fmla="*/ 5667148 h 5667148"/>
              <a:gd name="connsiteX6" fmla="*/ 0 w 7277496"/>
              <a:gd name="connsiteY6" fmla="*/ 2607943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50728 w 6872006"/>
              <a:gd name="connsiteY4" fmla="*/ 5667148 h 5667148"/>
              <a:gd name="connsiteX5" fmla="*/ 599704 w 6872006"/>
              <a:gd name="connsiteY5" fmla="*/ 5667148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50728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4209 w 6872006"/>
              <a:gd name="connsiteY0" fmla="*/ 3462966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60353 w 6872006"/>
              <a:gd name="connsiteY4" fmla="*/ 5667148 h 5667148"/>
              <a:gd name="connsiteX5" fmla="*/ 1300348 w 6872006"/>
              <a:gd name="connsiteY5" fmla="*/ 5661210 h 5667148"/>
              <a:gd name="connsiteX6" fmla="*/ 4209 w 6872006"/>
              <a:gd name="connsiteY6" fmla="*/ 3462966 h 5667148"/>
              <a:gd name="connsiteX0" fmla="*/ 176088 w 6872006"/>
              <a:gd name="connsiteY0" fmla="*/ 3346088 h 5667148"/>
              <a:gd name="connsiteX1" fmla="*/ 0 w 6872006"/>
              <a:gd name="connsiteY1" fmla="*/ 0 h 5667148"/>
              <a:gd name="connsiteX2" fmla="*/ 6872006 w 6872006"/>
              <a:gd name="connsiteY2" fmla="*/ 5938 h 5667148"/>
              <a:gd name="connsiteX3" fmla="*/ 6861860 w 6872006"/>
              <a:gd name="connsiteY3" fmla="*/ 3890478 h 5667148"/>
              <a:gd name="connsiteX4" fmla="*/ 5860353 w 6872006"/>
              <a:gd name="connsiteY4" fmla="*/ 5667148 h 5667148"/>
              <a:gd name="connsiteX5" fmla="*/ 1300348 w 6872006"/>
              <a:gd name="connsiteY5" fmla="*/ 5661210 h 5667148"/>
              <a:gd name="connsiteX6" fmla="*/ 176088 w 6872006"/>
              <a:gd name="connsiteY6" fmla="*/ 3346088 h 5667148"/>
              <a:gd name="connsiteX0" fmla="*/ 0 w 6874673"/>
              <a:gd name="connsiteY0" fmla="*/ 3469841 h 5667148"/>
              <a:gd name="connsiteX1" fmla="*/ 2667 w 6874673"/>
              <a:gd name="connsiteY1" fmla="*/ 0 h 5667148"/>
              <a:gd name="connsiteX2" fmla="*/ 6874673 w 6874673"/>
              <a:gd name="connsiteY2" fmla="*/ 5938 h 5667148"/>
              <a:gd name="connsiteX3" fmla="*/ 6864527 w 6874673"/>
              <a:gd name="connsiteY3" fmla="*/ 3890478 h 5667148"/>
              <a:gd name="connsiteX4" fmla="*/ 5863020 w 6874673"/>
              <a:gd name="connsiteY4" fmla="*/ 5667148 h 5667148"/>
              <a:gd name="connsiteX5" fmla="*/ 1303015 w 6874673"/>
              <a:gd name="connsiteY5" fmla="*/ 5661210 h 5667148"/>
              <a:gd name="connsiteX6" fmla="*/ 0 w 6874673"/>
              <a:gd name="connsiteY6" fmla="*/ 3469841 h 5667148"/>
              <a:gd name="connsiteX0" fmla="*/ 0 w 6864527"/>
              <a:gd name="connsiteY0" fmla="*/ 3469841 h 5667148"/>
              <a:gd name="connsiteX1" fmla="*/ 2667 w 6864527"/>
              <a:gd name="connsiteY1" fmla="*/ 0 h 5667148"/>
              <a:gd name="connsiteX2" fmla="*/ 6809978 w 6864527"/>
              <a:gd name="connsiteY2" fmla="*/ 87889 h 5667148"/>
              <a:gd name="connsiteX3" fmla="*/ 6864527 w 6864527"/>
              <a:gd name="connsiteY3" fmla="*/ 3890478 h 5667148"/>
              <a:gd name="connsiteX4" fmla="*/ 5863020 w 6864527"/>
              <a:gd name="connsiteY4" fmla="*/ 5667148 h 5667148"/>
              <a:gd name="connsiteX5" fmla="*/ 1303015 w 6864527"/>
              <a:gd name="connsiteY5" fmla="*/ 5661210 h 5667148"/>
              <a:gd name="connsiteX6" fmla="*/ 0 w 6864527"/>
              <a:gd name="connsiteY6" fmla="*/ 3469841 h 5667148"/>
              <a:gd name="connsiteX0" fmla="*/ 0 w 6866053"/>
              <a:gd name="connsiteY0" fmla="*/ 3472530 h 5669837"/>
              <a:gd name="connsiteX1" fmla="*/ 2667 w 6866053"/>
              <a:gd name="connsiteY1" fmla="*/ 2689 h 5669837"/>
              <a:gd name="connsiteX2" fmla="*/ 6866053 w 6866053"/>
              <a:gd name="connsiteY2" fmla="*/ 0 h 5669837"/>
              <a:gd name="connsiteX3" fmla="*/ 6864527 w 6866053"/>
              <a:gd name="connsiteY3" fmla="*/ 3893167 h 5669837"/>
              <a:gd name="connsiteX4" fmla="*/ 5863020 w 6866053"/>
              <a:gd name="connsiteY4" fmla="*/ 5669837 h 5669837"/>
              <a:gd name="connsiteX5" fmla="*/ 1303015 w 6866053"/>
              <a:gd name="connsiteY5" fmla="*/ 5663899 h 5669837"/>
              <a:gd name="connsiteX6" fmla="*/ 0 w 6866053"/>
              <a:gd name="connsiteY6" fmla="*/ 3472530 h 566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6053" h="5669837">
                <a:moveTo>
                  <a:pt x="0" y="3472530"/>
                </a:moveTo>
                <a:lnTo>
                  <a:pt x="2667" y="2689"/>
                </a:lnTo>
                <a:lnTo>
                  <a:pt x="6866053" y="0"/>
                </a:lnTo>
                <a:cubicBezTo>
                  <a:pt x="6865544" y="1297722"/>
                  <a:pt x="6865036" y="2595445"/>
                  <a:pt x="6864527" y="3893167"/>
                </a:cubicBezTo>
                <a:lnTo>
                  <a:pt x="5863020" y="5669837"/>
                </a:lnTo>
                <a:lnTo>
                  <a:pt x="1303015" y="5663899"/>
                </a:lnTo>
                <a:lnTo>
                  <a:pt x="0" y="347253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36C8D12-BE97-3843-92AC-2D29A889AA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64000" y="2519999"/>
            <a:ext cx="4428148" cy="3001565"/>
          </a:xfrm>
          <a:prstGeom prst="rect">
            <a:avLst/>
          </a:prstGeom>
        </p:spPr>
        <p:txBody>
          <a:bodyPr>
            <a:noAutofit/>
          </a:bodyPr>
          <a:lstStyle>
            <a:lvl1pPr marL="216000" indent="-216000">
              <a:buNone/>
              <a:defRPr sz="24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“	quote across 6 lines max”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493359-C561-854D-9A31-F4DCF4878ED2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AA3C2E-FFC5-DA4B-A533-3AC606F6F96A}"/>
              </a:ext>
            </a:extLst>
          </p:cNvPr>
          <p:cNvCxnSpPr/>
          <p:nvPr userDrawn="1"/>
        </p:nvCxnSpPr>
        <p:spPr>
          <a:xfrm>
            <a:off x="10724056" y="516181"/>
            <a:ext cx="865108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ADAAEE27-BDEF-9A4E-8C7C-9EFBD5BB811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729034" cy="6858000"/>
          </a:xfrm>
          <a:custGeom>
            <a:avLst/>
            <a:gdLst>
              <a:gd name="connsiteX0" fmla="*/ 0 w 11328400"/>
              <a:gd name="connsiteY0" fmla="*/ 0 h 6858000"/>
              <a:gd name="connsiteX1" fmla="*/ 11328400 w 11328400"/>
              <a:gd name="connsiteY1" fmla="*/ 0 h 6858000"/>
              <a:gd name="connsiteX2" fmla="*/ 11328400 w 11328400"/>
              <a:gd name="connsiteY2" fmla="*/ 1050 h 6858000"/>
              <a:gd name="connsiteX3" fmla="*/ 8729034 w 11328400"/>
              <a:gd name="connsiteY3" fmla="*/ 4209 h 6858000"/>
              <a:gd name="connsiteX4" fmla="*/ 6530790 w 11328400"/>
              <a:gd name="connsiteY4" fmla="*/ 1300348 h 6858000"/>
              <a:gd name="connsiteX5" fmla="*/ 6524852 w 11328400"/>
              <a:gd name="connsiteY5" fmla="*/ 5860353 h 6858000"/>
              <a:gd name="connsiteX6" fmla="*/ 8294675 w 11328400"/>
              <a:gd name="connsiteY6" fmla="*/ 6858000 h 6858000"/>
              <a:gd name="connsiteX7" fmla="*/ 0 w 11328400"/>
              <a:gd name="connsiteY7" fmla="*/ 6858000 h 6858000"/>
              <a:gd name="connsiteX0" fmla="*/ 0 w 11328400"/>
              <a:gd name="connsiteY0" fmla="*/ 102078 h 6960078"/>
              <a:gd name="connsiteX1" fmla="*/ 11328400 w 11328400"/>
              <a:gd name="connsiteY1" fmla="*/ 102078 h 6960078"/>
              <a:gd name="connsiteX2" fmla="*/ 8963335 w 11328400"/>
              <a:gd name="connsiteY2" fmla="*/ 0 h 6960078"/>
              <a:gd name="connsiteX3" fmla="*/ 8729034 w 11328400"/>
              <a:gd name="connsiteY3" fmla="*/ 106287 h 6960078"/>
              <a:gd name="connsiteX4" fmla="*/ 6530790 w 11328400"/>
              <a:gd name="connsiteY4" fmla="*/ 1402426 h 6960078"/>
              <a:gd name="connsiteX5" fmla="*/ 6524852 w 11328400"/>
              <a:gd name="connsiteY5" fmla="*/ 5962431 h 6960078"/>
              <a:gd name="connsiteX6" fmla="*/ 8294675 w 11328400"/>
              <a:gd name="connsiteY6" fmla="*/ 6960078 h 6960078"/>
              <a:gd name="connsiteX7" fmla="*/ 0 w 11328400"/>
              <a:gd name="connsiteY7" fmla="*/ 6960078 h 6960078"/>
              <a:gd name="connsiteX8" fmla="*/ 0 w 11328400"/>
              <a:gd name="connsiteY8" fmla="*/ 102078 h 6960078"/>
              <a:gd name="connsiteX0" fmla="*/ 0 w 9877735"/>
              <a:gd name="connsiteY0" fmla="*/ 102078 h 6960078"/>
              <a:gd name="connsiteX1" fmla="*/ 9877735 w 9877735"/>
              <a:gd name="connsiteY1" fmla="*/ 60827 h 6960078"/>
              <a:gd name="connsiteX2" fmla="*/ 8963335 w 9877735"/>
              <a:gd name="connsiteY2" fmla="*/ 0 h 6960078"/>
              <a:gd name="connsiteX3" fmla="*/ 8729034 w 9877735"/>
              <a:gd name="connsiteY3" fmla="*/ 106287 h 6960078"/>
              <a:gd name="connsiteX4" fmla="*/ 6530790 w 9877735"/>
              <a:gd name="connsiteY4" fmla="*/ 1402426 h 6960078"/>
              <a:gd name="connsiteX5" fmla="*/ 6524852 w 9877735"/>
              <a:gd name="connsiteY5" fmla="*/ 5962431 h 6960078"/>
              <a:gd name="connsiteX6" fmla="*/ 8294675 w 9877735"/>
              <a:gd name="connsiteY6" fmla="*/ 6960078 h 6960078"/>
              <a:gd name="connsiteX7" fmla="*/ 0 w 9877735"/>
              <a:gd name="connsiteY7" fmla="*/ 6960078 h 6960078"/>
              <a:gd name="connsiteX8" fmla="*/ 0 w 9877735"/>
              <a:gd name="connsiteY8" fmla="*/ 102078 h 6960078"/>
              <a:gd name="connsiteX0" fmla="*/ 0 w 8963335"/>
              <a:gd name="connsiteY0" fmla="*/ 102078 h 6960078"/>
              <a:gd name="connsiteX1" fmla="*/ 8502698 w 8963335"/>
              <a:gd name="connsiteY1" fmla="*/ 88328 h 6960078"/>
              <a:gd name="connsiteX2" fmla="*/ 8963335 w 8963335"/>
              <a:gd name="connsiteY2" fmla="*/ 0 h 6960078"/>
              <a:gd name="connsiteX3" fmla="*/ 8729034 w 8963335"/>
              <a:gd name="connsiteY3" fmla="*/ 106287 h 6960078"/>
              <a:gd name="connsiteX4" fmla="*/ 6530790 w 8963335"/>
              <a:gd name="connsiteY4" fmla="*/ 1402426 h 6960078"/>
              <a:gd name="connsiteX5" fmla="*/ 6524852 w 8963335"/>
              <a:gd name="connsiteY5" fmla="*/ 5962431 h 6960078"/>
              <a:gd name="connsiteX6" fmla="*/ 8294675 w 8963335"/>
              <a:gd name="connsiteY6" fmla="*/ 6960078 h 6960078"/>
              <a:gd name="connsiteX7" fmla="*/ 0 w 8963335"/>
              <a:gd name="connsiteY7" fmla="*/ 6960078 h 6960078"/>
              <a:gd name="connsiteX8" fmla="*/ 0 w 8963335"/>
              <a:gd name="connsiteY8" fmla="*/ 102078 h 6960078"/>
              <a:gd name="connsiteX0" fmla="*/ 0 w 9073338"/>
              <a:gd name="connsiteY0" fmla="*/ 157080 h 7015080"/>
              <a:gd name="connsiteX1" fmla="*/ 8502698 w 9073338"/>
              <a:gd name="connsiteY1" fmla="*/ 143330 h 7015080"/>
              <a:gd name="connsiteX2" fmla="*/ 9073338 w 9073338"/>
              <a:gd name="connsiteY2" fmla="*/ 0 h 7015080"/>
              <a:gd name="connsiteX3" fmla="*/ 8729034 w 9073338"/>
              <a:gd name="connsiteY3" fmla="*/ 161289 h 7015080"/>
              <a:gd name="connsiteX4" fmla="*/ 6530790 w 9073338"/>
              <a:gd name="connsiteY4" fmla="*/ 1457428 h 7015080"/>
              <a:gd name="connsiteX5" fmla="*/ 6524852 w 9073338"/>
              <a:gd name="connsiteY5" fmla="*/ 6017433 h 7015080"/>
              <a:gd name="connsiteX6" fmla="*/ 8294675 w 9073338"/>
              <a:gd name="connsiteY6" fmla="*/ 7015080 h 7015080"/>
              <a:gd name="connsiteX7" fmla="*/ 0 w 9073338"/>
              <a:gd name="connsiteY7" fmla="*/ 7015080 h 7015080"/>
              <a:gd name="connsiteX8" fmla="*/ 0 w 9073338"/>
              <a:gd name="connsiteY8" fmla="*/ 157080 h 7015080"/>
              <a:gd name="connsiteX0" fmla="*/ 0 w 8729034"/>
              <a:gd name="connsiteY0" fmla="*/ 13750 h 6871750"/>
              <a:gd name="connsiteX1" fmla="*/ 8502698 w 8729034"/>
              <a:gd name="connsiteY1" fmla="*/ 0 h 6871750"/>
              <a:gd name="connsiteX2" fmla="*/ 8729034 w 8729034"/>
              <a:gd name="connsiteY2" fmla="*/ 17959 h 6871750"/>
              <a:gd name="connsiteX3" fmla="*/ 6530790 w 8729034"/>
              <a:gd name="connsiteY3" fmla="*/ 1314098 h 6871750"/>
              <a:gd name="connsiteX4" fmla="*/ 6524852 w 8729034"/>
              <a:gd name="connsiteY4" fmla="*/ 5874103 h 6871750"/>
              <a:gd name="connsiteX5" fmla="*/ 8294675 w 8729034"/>
              <a:gd name="connsiteY5" fmla="*/ 6871750 h 6871750"/>
              <a:gd name="connsiteX6" fmla="*/ 0 w 8729034"/>
              <a:gd name="connsiteY6" fmla="*/ 6871750 h 6871750"/>
              <a:gd name="connsiteX7" fmla="*/ 0 w 8729034"/>
              <a:gd name="connsiteY7" fmla="*/ 13750 h 6871750"/>
              <a:gd name="connsiteX0" fmla="*/ 0 w 8729034"/>
              <a:gd name="connsiteY0" fmla="*/ 0 h 6858000"/>
              <a:gd name="connsiteX1" fmla="*/ 8729034 w 8729034"/>
              <a:gd name="connsiteY1" fmla="*/ 4209 h 6858000"/>
              <a:gd name="connsiteX2" fmla="*/ 6530790 w 8729034"/>
              <a:gd name="connsiteY2" fmla="*/ 1300348 h 6858000"/>
              <a:gd name="connsiteX3" fmla="*/ 6524852 w 8729034"/>
              <a:gd name="connsiteY3" fmla="*/ 5860353 h 6858000"/>
              <a:gd name="connsiteX4" fmla="*/ 8294675 w 8729034"/>
              <a:gd name="connsiteY4" fmla="*/ 6858000 h 6858000"/>
              <a:gd name="connsiteX5" fmla="*/ 0 w 8729034"/>
              <a:gd name="connsiteY5" fmla="*/ 6858000 h 6858000"/>
              <a:gd name="connsiteX6" fmla="*/ 0 w 8729034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29034" h="6858000">
                <a:moveTo>
                  <a:pt x="0" y="0"/>
                </a:moveTo>
                <a:lnTo>
                  <a:pt x="8729034" y="4209"/>
                </a:lnTo>
                <a:lnTo>
                  <a:pt x="6530790" y="1300348"/>
                </a:lnTo>
                <a:cubicBezTo>
                  <a:pt x="6528811" y="2820350"/>
                  <a:pt x="6526831" y="4340351"/>
                  <a:pt x="6524852" y="5860353"/>
                </a:cubicBezTo>
                <a:lnTo>
                  <a:pt x="82946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6F8F8"/>
          </a:solidFill>
        </p:spPr>
        <p:txBody>
          <a:bodyPr wrap="square" lIns="720000" tIns="1080000" rIns="2880000" bIns="2880000" anchor="ctr">
            <a:noAutofit/>
          </a:bodyPr>
          <a:lstStyle>
            <a:lvl1pPr marL="0" indent="0" algn="l">
              <a:buNone/>
              <a:defRPr/>
            </a:lvl1pPr>
          </a:lstStyle>
          <a:p>
            <a:r>
              <a:rPr lang="en-GB" dirty="0"/>
              <a:t>Click on icon to insert image (include Alt Text)</a:t>
            </a:r>
          </a:p>
        </p:txBody>
      </p:sp>
      <p:pic>
        <p:nvPicPr>
          <p:cNvPr id="10" name="Picture 9" descr="Icon&#10;&#10;Description automatically generated with medium confidence">
            <a:extLst>
              <a:ext uri="{FF2B5EF4-FFF2-40B4-BE49-F238E27FC236}">
                <a16:creationId xmlns:a16="http://schemas.microsoft.com/office/drawing/2014/main" id="{B1BB0391-7EA7-5D42-9E42-A225077D5D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50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8AF850-34E1-C5EC-4BD6-29DABFBF38B1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D383FB-0467-4241-BEF0-D636E886723B}"/>
              </a:ext>
            </a:extLst>
          </p:cNvPr>
          <p:cNvCxnSpPr/>
          <p:nvPr userDrawn="1"/>
        </p:nvCxnSpPr>
        <p:spPr>
          <a:xfrm>
            <a:off x="612000" y="2466000"/>
            <a:ext cx="865108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86C9C2-DC55-7944-8ED5-BCEF416D53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999" y="2519999"/>
            <a:ext cx="6539077" cy="31422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2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Section heading running over multiple lines but max of three lines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D49428-E57D-9F4A-BB51-A28ECC51DC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136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,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2708" y="2106000"/>
            <a:ext cx="4780615" cy="4103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Clr>
                <a:schemeClr val="tx1"/>
              </a:buClr>
              <a:buNone/>
              <a:defRPr sz="2200" b="1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Subheader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50" y="2743200"/>
            <a:ext cx="11404111" cy="3294063"/>
          </a:xfrm>
          <a:prstGeom prst="rect">
            <a:avLst/>
          </a:prstGeom>
        </p:spPr>
        <p:txBody>
          <a:bodyPr lIns="0" tIns="0" rIns="0" bIns="0" numCol="3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60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2708" y="2106000"/>
            <a:ext cx="4780615" cy="4103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Clr>
                <a:schemeClr val="tx1"/>
              </a:buClr>
              <a:buNone/>
              <a:defRPr sz="2200" b="1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Subheader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51" y="2743200"/>
            <a:ext cx="5683250" cy="32940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88000" indent="-28800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77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pPr algn="r"/>
              <a:t>‹#›</a:t>
            </a:fld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F456E7-F404-A541-B6E9-27C1B10EC6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 dirty="0"/>
              <a:t>Click on image icon in centre to insert a photo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7BD488D-4939-6A48-BB33-B4443138E7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708" y="2106000"/>
            <a:ext cx="4780615" cy="4103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Clr>
                <a:schemeClr val="tx1"/>
              </a:buClr>
              <a:buNone/>
              <a:defRPr sz="2200" b="1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 err="1"/>
              <a:t>Subheader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501C30-9078-994C-9F7C-D73C2E78C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51" y="2743200"/>
            <a:ext cx="5683250" cy="32940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88000" indent="-28800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497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ccessi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D383FB-0467-4241-BEF0-D636E886723B}"/>
              </a:ext>
            </a:extLst>
          </p:cNvPr>
          <p:cNvCxnSpPr/>
          <p:nvPr userDrawn="1"/>
        </p:nvCxnSpPr>
        <p:spPr>
          <a:xfrm>
            <a:off x="1191600" y="946120"/>
            <a:ext cx="865108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‹#›</a:t>
            </a:fld>
            <a:endParaRPr lang="en-GB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F1649F8-C95E-B04E-A0E7-F89193CC97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0366" y="1389478"/>
            <a:ext cx="9811265" cy="34667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200" b="0">
                <a:solidFill>
                  <a:schemeClr val="bg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“Showcase quotation</a:t>
            </a:r>
            <a:br>
              <a:rPr lang="en-GB" dirty="0"/>
            </a:br>
            <a:r>
              <a:rPr lang="en-GB" dirty="0"/>
              <a:t>with centred text over multiple</a:t>
            </a:r>
            <a:br>
              <a:rPr lang="en-GB" dirty="0"/>
            </a:br>
            <a:r>
              <a:rPr lang="en-GB" dirty="0"/>
              <a:t>lines, try to make a harmonious left aligned shape like this or</a:t>
            </a:r>
            <a:br>
              <a:rPr lang="en-GB" dirty="0"/>
            </a:br>
            <a:r>
              <a:rPr lang="en-GB" dirty="0"/>
              <a:t>something similar”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406466E-798B-BE4C-B09F-C1B1244AA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1600" y="5096236"/>
            <a:ext cx="3890150" cy="8969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b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 dirty="0"/>
              <a:t>Name Surname,</a:t>
            </a:r>
            <a:br>
              <a:rPr lang="en-GB" dirty="0"/>
            </a:br>
            <a:r>
              <a:rPr lang="en-GB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2661418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reaker Heading1-Grey-Blue-M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E8921A4-1F2C-3681-A564-018346212866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E5CB41E0-0D92-B24A-98A4-01C17FF97203}"/>
              </a:ext>
            </a:extLst>
          </p:cNvPr>
          <p:cNvSpPr/>
          <p:nvPr userDrawn="1"/>
        </p:nvSpPr>
        <p:spPr>
          <a:xfrm>
            <a:off x="7801770" y="2789292"/>
            <a:ext cx="4399590" cy="4068709"/>
          </a:xfrm>
          <a:custGeom>
            <a:avLst/>
            <a:gdLst>
              <a:gd name="connsiteX0" fmla="*/ 3667329 w 4399590"/>
              <a:gd name="connsiteY0" fmla="*/ 0 h 4068709"/>
              <a:gd name="connsiteX1" fmla="*/ 4399590 w 4399590"/>
              <a:gd name="connsiteY1" fmla="*/ 427314 h 4068709"/>
              <a:gd name="connsiteX2" fmla="*/ 4399590 w 4399590"/>
              <a:gd name="connsiteY2" fmla="*/ 4068709 h 4068709"/>
              <a:gd name="connsiteX3" fmla="*/ 3304962 w 4399590"/>
              <a:gd name="connsiteY3" fmla="*/ 4068709 h 4068709"/>
              <a:gd name="connsiteX4" fmla="*/ 2 w 4399590"/>
              <a:gd name="connsiteY4" fmla="*/ 2140085 h 4068709"/>
              <a:gd name="connsiteX5" fmla="*/ 0 w 4399590"/>
              <a:gd name="connsiteY5" fmla="*/ 2140084 h 4068709"/>
              <a:gd name="connsiteX6" fmla="*/ 3 w 4399590"/>
              <a:gd name="connsiteY6" fmla="*/ 2140084 h 4068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9590" h="4068709">
                <a:moveTo>
                  <a:pt x="3667329" y="0"/>
                </a:moveTo>
                <a:lnTo>
                  <a:pt x="4399590" y="427314"/>
                </a:lnTo>
                <a:lnTo>
                  <a:pt x="4399590" y="4068709"/>
                </a:lnTo>
                <a:lnTo>
                  <a:pt x="3304962" y="4068709"/>
                </a:lnTo>
                <a:lnTo>
                  <a:pt x="2" y="2140085"/>
                </a:lnTo>
                <a:lnTo>
                  <a:pt x="0" y="2140084"/>
                </a:lnTo>
                <a:lnTo>
                  <a:pt x="3" y="2140084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A6F70EA6-549E-6046-89A0-877E8C523300}"/>
              </a:ext>
            </a:extLst>
          </p:cNvPr>
          <p:cNvSpPr/>
          <p:nvPr userDrawn="1"/>
        </p:nvSpPr>
        <p:spPr>
          <a:xfrm rot="5400000">
            <a:off x="8498435" y="4229520"/>
            <a:ext cx="1931815" cy="3325147"/>
          </a:xfrm>
          <a:custGeom>
            <a:avLst/>
            <a:gdLst>
              <a:gd name="connsiteX0" fmla="*/ 0 w 1931815"/>
              <a:gd name="connsiteY0" fmla="*/ 3325147 h 3325147"/>
              <a:gd name="connsiteX1" fmla="*/ 1931815 w 1931815"/>
              <a:gd name="connsiteY1" fmla="*/ 0 h 3325147"/>
              <a:gd name="connsiteX2" fmla="*/ 1931815 w 1931815"/>
              <a:gd name="connsiteY2" fmla="*/ 3325147 h 3325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1815" h="3325147">
                <a:moveTo>
                  <a:pt x="0" y="3325147"/>
                </a:moveTo>
                <a:lnTo>
                  <a:pt x="1931815" y="0"/>
                </a:lnTo>
                <a:lnTo>
                  <a:pt x="1931815" y="332514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dirty="0"/>
              <a:t>    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0C338501-D6A2-404C-B5AE-898883EAAC0E}"/>
              </a:ext>
            </a:extLst>
          </p:cNvPr>
          <p:cNvSpPr/>
          <p:nvPr userDrawn="1"/>
        </p:nvSpPr>
        <p:spPr>
          <a:xfrm flipV="1">
            <a:off x="-1" y="-3"/>
            <a:ext cx="2454962" cy="1361117"/>
          </a:xfrm>
          <a:prstGeom prst="triangle">
            <a:avLst>
              <a:gd name="adj" fmla="val 95"/>
            </a:avLst>
          </a:prstGeom>
          <a:solidFill>
            <a:srgbClr val="B1D0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en-GB" dirty="0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E85AD8FB-F082-4548-935A-2C5B222A8524}"/>
              </a:ext>
            </a:extLst>
          </p:cNvPr>
          <p:cNvSpPr/>
          <p:nvPr userDrawn="1"/>
        </p:nvSpPr>
        <p:spPr>
          <a:xfrm rot="10800000">
            <a:off x="10316816" y="-2"/>
            <a:ext cx="1884542" cy="1053320"/>
          </a:xfrm>
          <a:prstGeom prst="triangle">
            <a:avLst>
              <a:gd name="adj" fmla="val 0"/>
            </a:avLst>
          </a:prstGeom>
          <a:solidFill>
            <a:srgbClr val="DDE1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A664D66-9260-754C-B87A-96F731693A59}"/>
              </a:ext>
            </a:extLst>
          </p:cNvPr>
          <p:cNvSpPr/>
          <p:nvPr userDrawn="1"/>
        </p:nvSpPr>
        <p:spPr>
          <a:xfrm flipH="1">
            <a:off x="-2" y="5136256"/>
            <a:ext cx="4523427" cy="1725107"/>
          </a:xfrm>
          <a:custGeom>
            <a:avLst/>
            <a:gdLst>
              <a:gd name="connsiteX0" fmla="*/ 940749 w 940749"/>
              <a:gd name="connsiteY0" fmla="*/ 358775 h 358775"/>
              <a:gd name="connsiteX1" fmla="*/ 0 w 940749"/>
              <a:gd name="connsiteY1" fmla="*/ 358775 h 358775"/>
              <a:gd name="connsiteX2" fmla="*/ 656636 w 940749"/>
              <a:gd name="connsiteY2" fmla="*/ 0 h 358775"/>
              <a:gd name="connsiteX3" fmla="*/ 940749 w 940749"/>
              <a:gd name="connsiteY3" fmla="*/ 155235 h 35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0749" h="358775">
                <a:moveTo>
                  <a:pt x="940749" y="358775"/>
                </a:moveTo>
                <a:lnTo>
                  <a:pt x="0" y="358775"/>
                </a:lnTo>
                <a:lnTo>
                  <a:pt x="656636" y="0"/>
                </a:lnTo>
                <a:lnTo>
                  <a:pt x="940749" y="15523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2E370C2-C96D-CA46-993D-A4A6CA3247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000" y="3564000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accent6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5C5F91-9DCB-5246-8918-14F27F083E3D}"/>
              </a:ext>
            </a:extLst>
          </p:cNvPr>
          <p:cNvCxnSpPr/>
          <p:nvPr userDrawn="1"/>
        </p:nvCxnSpPr>
        <p:spPr>
          <a:xfrm>
            <a:off x="612000" y="2466000"/>
            <a:ext cx="865108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A46A6EBF-AE58-8C4C-925D-A21B46CB74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000" y="2520000"/>
            <a:ext cx="6948488" cy="96361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743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ACCESSI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AB23EF60-6C57-9A2A-2732-13F177BCC880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15392A4-E199-3F42-97D2-E1CA1B006813}"/>
              </a:ext>
            </a:extLst>
          </p:cNvPr>
          <p:cNvGrpSpPr/>
          <p:nvPr userDrawn="1"/>
        </p:nvGrpSpPr>
        <p:grpSpPr>
          <a:xfrm>
            <a:off x="61197" y="-283867"/>
            <a:ext cx="7109228" cy="7370097"/>
            <a:chOff x="61197" y="-283867"/>
            <a:chExt cx="7109228" cy="737009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6EA17AF-B4E0-EA4F-9C01-ADD19F5CB9E3}"/>
                </a:ext>
              </a:extLst>
            </p:cNvPr>
            <p:cNvGrpSpPr/>
            <p:nvPr userDrawn="1"/>
          </p:nvGrpSpPr>
          <p:grpSpPr>
            <a:xfrm>
              <a:off x="61197" y="1468409"/>
              <a:ext cx="2137870" cy="2433734"/>
              <a:chOff x="9491639" y="1569442"/>
              <a:chExt cx="1391198" cy="1583728"/>
            </a:xfrm>
          </p:grpSpPr>
          <p:sp>
            <p:nvSpPr>
              <p:cNvPr id="34" name="Diamond 33">
                <a:extLst>
                  <a:ext uri="{FF2B5EF4-FFF2-40B4-BE49-F238E27FC236}">
                    <a16:creationId xmlns:a16="http://schemas.microsoft.com/office/drawing/2014/main" id="{C59357B4-1AAB-114D-91CF-3D06C6B943D9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rgbClr val="CCDE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5" name="Diamond 34">
                <a:extLst>
                  <a:ext uri="{FF2B5EF4-FFF2-40B4-BE49-F238E27FC236}">
                    <a16:creationId xmlns:a16="http://schemas.microsoft.com/office/drawing/2014/main" id="{F1E20DD4-7586-C84D-9A87-5370AA00EB84}"/>
                  </a:ext>
                </a:extLst>
              </p:cNvPr>
              <p:cNvSpPr/>
              <p:nvPr userDrawn="1"/>
            </p:nvSpPr>
            <p:spPr>
              <a:xfrm rot="18000000">
                <a:off x="9860437" y="2130769"/>
                <a:ext cx="1296000" cy="748800"/>
              </a:xfrm>
              <a:prstGeom prst="diamond">
                <a:avLst/>
              </a:prstGeom>
              <a:solidFill>
                <a:srgbClr val="B2CEE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Diamond 35">
                <a:extLst>
                  <a:ext uri="{FF2B5EF4-FFF2-40B4-BE49-F238E27FC236}">
                    <a16:creationId xmlns:a16="http://schemas.microsoft.com/office/drawing/2014/main" id="{F39CAE1C-16A8-C942-AD41-3709B9082AD7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rgbClr val="BFD5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D695894-9D06-F943-A624-B03459291C59}"/>
                </a:ext>
              </a:extLst>
            </p:cNvPr>
            <p:cNvGrpSpPr/>
            <p:nvPr userDrawn="1"/>
          </p:nvGrpSpPr>
          <p:grpSpPr>
            <a:xfrm>
              <a:off x="5025188" y="-3910"/>
              <a:ext cx="2137871" cy="2208024"/>
              <a:chOff x="5009720" y="2210"/>
              <a:chExt cx="2137871" cy="2208024"/>
            </a:xfrm>
          </p:grpSpPr>
          <p:sp>
            <p:nvSpPr>
              <p:cNvPr id="32" name="Diamond 31">
                <a:extLst>
                  <a:ext uri="{FF2B5EF4-FFF2-40B4-BE49-F238E27FC236}">
                    <a16:creationId xmlns:a16="http://schemas.microsoft.com/office/drawing/2014/main" id="{DDEBB9B2-0858-314E-B272-C15EBB85CB7A}"/>
                  </a:ext>
                </a:extLst>
              </p:cNvPr>
              <p:cNvSpPr/>
              <p:nvPr userDrawn="1"/>
            </p:nvSpPr>
            <p:spPr>
              <a:xfrm rot="18000000">
                <a:off x="5576456" y="639098"/>
                <a:ext cx="1991579" cy="1150690"/>
              </a:xfrm>
              <a:prstGeom prst="diamond">
                <a:avLst/>
              </a:prstGeom>
              <a:solidFill>
                <a:srgbClr val="022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Diamond 32">
                <a:extLst>
                  <a:ext uri="{FF2B5EF4-FFF2-40B4-BE49-F238E27FC236}">
                    <a16:creationId xmlns:a16="http://schemas.microsoft.com/office/drawing/2014/main" id="{43941889-FDEE-E948-89B5-4F42F1373856}"/>
                  </a:ext>
                </a:extLst>
              </p:cNvPr>
              <p:cNvSpPr/>
              <p:nvPr userDrawn="1"/>
            </p:nvSpPr>
            <p:spPr>
              <a:xfrm rot="3600000">
                <a:off x="4589275" y="639100"/>
                <a:ext cx="1991579" cy="1150690"/>
              </a:xfrm>
              <a:prstGeom prst="diamond">
                <a:avLst/>
              </a:prstGeom>
              <a:solidFill>
                <a:srgbClr val="051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C19D9A1C-345F-974A-8538-044AB990CCDD}"/>
                  </a:ext>
                </a:extLst>
              </p:cNvPr>
              <p:cNvSpPr/>
              <p:nvPr userDrawn="1"/>
            </p:nvSpPr>
            <p:spPr>
              <a:xfrm>
                <a:off x="5082866" y="2210"/>
                <a:ext cx="1991578" cy="924981"/>
              </a:xfrm>
              <a:custGeom>
                <a:avLst/>
                <a:gdLst>
                  <a:gd name="connsiteX0" fmla="*/ 605139 w 1991578"/>
                  <a:gd name="connsiteY0" fmla="*/ 0 h 924981"/>
                  <a:gd name="connsiteX1" fmla="*/ 1386439 w 1991578"/>
                  <a:gd name="connsiteY1" fmla="*/ 0 h 924981"/>
                  <a:gd name="connsiteX2" fmla="*/ 1991578 w 1991578"/>
                  <a:gd name="connsiteY2" fmla="*/ 349636 h 924981"/>
                  <a:gd name="connsiteX3" fmla="*/ 995789 w 1991578"/>
                  <a:gd name="connsiteY3" fmla="*/ 924981 h 924981"/>
                  <a:gd name="connsiteX4" fmla="*/ 0 w 1991578"/>
                  <a:gd name="connsiteY4" fmla="*/ 349636 h 924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1578" h="924981">
                    <a:moveTo>
                      <a:pt x="605139" y="0"/>
                    </a:moveTo>
                    <a:lnTo>
                      <a:pt x="1386439" y="0"/>
                    </a:lnTo>
                    <a:lnTo>
                      <a:pt x="1991578" y="349636"/>
                    </a:lnTo>
                    <a:lnTo>
                      <a:pt x="995789" y="924981"/>
                    </a:lnTo>
                    <a:lnTo>
                      <a:pt x="0" y="34963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</p:grpSp>
        <p:sp>
          <p:nvSpPr>
            <p:cNvPr id="29" name="Diamond 28">
              <a:extLst>
                <a:ext uri="{FF2B5EF4-FFF2-40B4-BE49-F238E27FC236}">
                  <a16:creationId xmlns:a16="http://schemas.microsoft.com/office/drawing/2014/main" id="{B750DCC6-AD08-FB4B-B9CD-9A37C7D65652}"/>
                </a:ext>
              </a:extLst>
            </p:cNvPr>
            <p:cNvSpPr/>
            <p:nvPr userDrawn="1"/>
          </p:nvSpPr>
          <p:spPr>
            <a:xfrm>
              <a:off x="1125113" y="912268"/>
              <a:ext cx="1991578" cy="1150689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363CFC3-23E4-3345-9443-F8393B2BE657}"/>
                </a:ext>
              </a:extLst>
            </p:cNvPr>
            <p:cNvGrpSpPr/>
            <p:nvPr userDrawn="1"/>
          </p:nvGrpSpPr>
          <p:grpSpPr>
            <a:xfrm>
              <a:off x="3057515" y="3201792"/>
              <a:ext cx="2137870" cy="2433734"/>
              <a:chOff x="9491639" y="1569442"/>
              <a:chExt cx="1391198" cy="1583728"/>
            </a:xfrm>
          </p:grpSpPr>
          <p:sp>
            <p:nvSpPr>
              <p:cNvPr id="26" name="Diamond 25">
                <a:extLst>
                  <a:ext uri="{FF2B5EF4-FFF2-40B4-BE49-F238E27FC236}">
                    <a16:creationId xmlns:a16="http://schemas.microsoft.com/office/drawing/2014/main" id="{4CFBEFA8-65B5-5040-8A1D-01A2F43A84FE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Diamond 26">
                <a:extLst>
                  <a:ext uri="{FF2B5EF4-FFF2-40B4-BE49-F238E27FC236}">
                    <a16:creationId xmlns:a16="http://schemas.microsoft.com/office/drawing/2014/main" id="{ED47657A-70FE-3B4C-B946-2F8B16185B60}"/>
                  </a:ext>
                </a:extLst>
              </p:cNvPr>
              <p:cNvSpPr/>
              <p:nvPr userDrawn="1"/>
            </p:nvSpPr>
            <p:spPr>
              <a:xfrm rot="18000000">
                <a:off x="9860437" y="2130769"/>
                <a:ext cx="1296000" cy="748800"/>
              </a:xfrm>
              <a:prstGeom prst="diamond">
                <a:avLst/>
              </a:prstGeom>
              <a:solidFill>
                <a:srgbClr val="0356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Diamond 27">
                <a:extLst>
                  <a:ext uri="{FF2B5EF4-FFF2-40B4-BE49-F238E27FC236}">
                    <a16:creationId xmlns:a16="http://schemas.microsoft.com/office/drawing/2014/main" id="{410F4C74-6A4A-B444-84D6-99421EE58D04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0DD19B8-A040-1E47-B301-9A099DB95A9C}"/>
                </a:ext>
              </a:extLst>
            </p:cNvPr>
            <p:cNvGrpSpPr/>
            <p:nvPr userDrawn="1"/>
          </p:nvGrpSpPr>
          <p:grpSpPr>
            <a:xfrm>
              <a:off x="1994537" y="4922338"/>
              <a:ext cx="2282879" cy="2163892"/>
              <a:chOff x="1788220" y="4910900"/>
              <a:chExt cx="2282879" cy="2163892"/>
            </a:xfrm>
          </p:grpSpPr>
          <p:sp>
            <p:nvSpPr>
              <p:cNvPr id="50" name="Diamond 49">
                <a:extLst>
                  <a:ext uri="{FF2B5EF4-FFF2-40B4-BE49-F238E27FC236}">
                    <a16:creationId xmlns:a16="http://schemas.microsoft.com/office/drawing/2014/main" id="{4D3CB474-0DD0-424D-938B-385292F0CB92}"/>
                  </a:ext>
                </a:extLst>
              </p:cNvPr>
              <p:cNvSpPr/>
              <p:nvPr userDrawn="1"/>
            </p:nvSpPr>
            <p:spPr>
              <a:xfrm>
                <a:off x="1933671" y="4910900"/>
                <a:ext cx="1991578" cy="1150690"/>
              </a:xfrm>
              <a:prstGeom prst="diamond">
                <a:avLst/>
              </a:prstGeom>
              <a:solidFill>
                <a:srgbClr val="2B272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7CDD9A0F-6FF0-544F-A9D6-CA989B1B5FA8}"/>
                  </a:ext>
                </a:extLst>
              </p:cNvPr>
              <p:cNvSpPr/>
              <p:nvPr userDrawn="1"/>
            </p:nvSpPr>
            <p:spPr>
              <a:xfrm rot="18000000">
                <a:off x="2645370" y="5647572"/>
                <a:ext cx="1700767" cy="1150690"/>
              </a:xfrm>
              <a:custGeom>
                <a:avLst/>
                <a:gdLst>
                  <a:gd name="connsiteX0" fmla="*/ 1700767 w 1700767"/>
                  <a:gd name="connsiteY0" fmla="*/ 575345 h 1150690"/>
                  <a:gd name="connsiteX1" fmla="*/ 704978 w 1700767"/>
                  <a:gd name="connsiteY1" fmla="*/ 1150690 h 1150690"/>
                  <a:gd name="connsiteX2" fmla="*/ 291135 w 1700767"/>
                  <a:gd name="connsiteY2" fmla="*/ 911581 h 1150690"/>
                  <a:gd name="connsiteX3" fmla="*/ 0 w 1700767"/>
                  <a:gd name="connsiteY3" fmla="*/ 407320 h 1150690"/>
                  <a:gd name="connsiteX4" fmla="*/ 704978 w 1700767"/>
                  <a:gd name="connsiteY4" fmla="*/ 0 h 1150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0767" h="1150690">
                    <a:moveTo>
                      <a:pt x="1700767" y="575345"/>
                    </a:moveTo>
                    <a:lnTo>
                      <a:pt x="704978" y="1150690"/>
                    </a:lnTo>
                    <a:lnTo>
                      <a:pt x="291135" y="911581"/>
                    </a:lnTo>
                    <a:lnTo>
                      <a:pt x="0" y="407320"/>
                    </a:lnTo>
                    <a:lnTo>
                      <a:pt x="704978" y="0"/>
                    </a:lnTo>
                    <a:close/>
                  </a:path>
                </a:pathLst>
              </a:custGeom>
              <a:solidFill>
                <a:srgbClr val="1D1B1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F2676C7C-C3AC-AF4B-8193-82B4704F3142}"/>
                  </a:ext>
                </a:extLst>
              </p:cNvPr>
              <p:cNvSpPr/>
              <p:nvPr userDrawn="1"/>
            </p:nvSpPr>
            <p:spPr>
              <a:xfrm rot="3600000">
                <a:off x="1512384" y="5648266"/>
                <a:ext cx="1702362" cy="1150690"/>
              </a:xfrm>
              <a:custGeom>
                <a:avLst/>
                <a:gdLst>
                  <a:gd name="connsiteX0" fmla="*/ 0 w 1702362"/>
                  <a:gd name="connsiteY0" fmla="*/ 575345 h 1150690"/>
                  <a:gd name="connsiteX1" fmla="*/ 995790 w 1702362"/>
                  <a:gd name="connsiteY1" fmla="*/ 0 h 1150690"/>
                  <a:gd name="connsiteX2" fmla="*/ 1702362 w 1702362"/>
                  <a:gd name="connsiteY2" fmla="*/ 408242 h 1150690"/>
                  <a:gd name="connsiteX3" fmla="*/ 1412823 w 1702362"/>
                  <a:gd name="connsiteY3" fmla="*/ 909737 h 1150690"/>
                  <a:gd name="connsiteX4" fmla="*/ 995790 w 1702362"/>
                  <a:gd name="connsiteY4" fmla="*/ 1150690 h 1150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2362" h="1150690">
                    <a:moveTo>
                      <a:pt x="0" y="575345"/>
                    </a:moveTo>
                    <a:lnTo>
                      <a:pt x="995790" y="0"/>
                    </a:lnTo>
                    <a:lnTo>
                      <a:pt x="1702362" y="408242"/>
                    </a:lnTo>
                    <a:lnTo>
                      <a:pt x="1412823" y="909737"/>
                    </a:lnTo>
                    <a:lnTo>
                      <a:pt x="995790" y="11506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D80A91A-F28C-B74D-B043-61B933F3B174}"/>
                </a:ext>
              </a:extLst>
            </p:cNvPr>
            <p:cNvGrpSpPr/>
            <p:nvPr userDrawn="1"/>
          </p:nvGrpSpPr>
          <p:grpSpPr>
            <a:xfrm>
              <a:off x="2051533" y="1491804"/>
              <a:ext cx="2137870" cy="2433734"/>
              <a:chOff x="9491639" y="1569442"/>
              <a:chExt cx="1391198" cy="1583728"/>
            </a:xfrm>
          </p:grpSpPr>
          <p:sp>
            <p:nvSpPr>
              <p:cNvPr id="42" name="Diamond 41">
                <a:extLst>
                  <a:ext uri="{FF2B5EF4-FFF2-40B4-BE49-F238E27FC236}">
                    <a16:creationId xmlns:a16="http://schemas.microsoft.com/office/drawing/2014/main" id="{8B335FBF-30F1-3F41-B4E9-99D1E24C2FD6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rgbClr val="FAFA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Diamond 42">
                <a:extLst>
                  <a:ext uri="{FF2B5EF4-FFF2-40B4-BE49-F238E27FC236}">
                    <a16:creationId xmlns:a16="http://schemas.microsoft.com/office/drawing/2014/main" id="{25A18C41-8339-C44B-8052-4D2BD74854CA}"/>
                  </a:ext>
                </a:extLst>
              </p:cNvPr>
              <p:cNvSpPr/>
              <p:nvPr userDrawn="1"/>
            </p:nvSpPr>
            <p:spPr>
              <a:xfrm rot="18000000">
                <a:off x="9860437" y="2130769"/>
                <a:ext cx="1296000" cy="748800"/>
              </a:xfrm>
              <a:prstGeom prst="diamond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Diamond 43">
                <a:extLst>
                  <a:ext uri="{FF2B5EF4-FFF2-40B4-BE49-F238E27FC236}">
                    <a16:creationId xmlns:a16="http://schemas.microsoft.com/office/drawing/2014/main" id="{6AA03A1E-FE6F-1F44-82B3-73456E5036EF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C1F6A7E-2A13-2548-A8A7-45BD33BBA8FF}"/>
                </a:ext>
              </a:extLst>
            </p:cNvPr>
            <p:cNvGrpSpPr/>
            <p:nvPr userDrawn="1"/>
          </p:nvGrpSpPr>
          <p:grpSpPr>
            <a:xfrm>
              <a:off x="5032555" y="2057486"/>
              <a:ext cx="2137870" cy="2433734"/>
              <a:chOff x="9491639" y="1569442"/>
              <a:chExt cx="1391198" cy="1583728"/>
            </a:xfrm>
          </p:grpSpPr>
          <p:sp>
            <p:nvSpPr>
              <p:cNvPr id="46" name="Diamond 45">
                <a:extLst>
                  <a:ext uri="{FF2B5EF4-FFF2-40B4-BE49-F238E27FC236}">
                    <a16:creationId xmlns:a16="http://schemas.microsoft.com/office/drawing/2014/main" id="{B0EA10F5-ABC1-9748-BD80-AD28B42CB151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rgbClr val="FADF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Diamond 46">
                <a:extLst>
                  <a:ext uri="{FF2B5EF4-FFF2-40B4-BE49-F238E27FC236}">
                    <a16:creationId xmlns:a16="http://schemas.microsoft.com/office/drawing/2014/main" id="{B22DE88F-629D-B94C-9B68-2D3A00D13F27}"/>
                  </a:ext>
                </a:extLst>
              </p:cNvPr>
              <p:cNvSpPr/>
              <p:nvPr userDrawn="1"/>
            </p:nvSpPr>
            <p:spPr>
              <a:xfrm rot="18000000">
                <a:off x="9860437" y="2130769"/>
                <a:ext cx="1296000" cy="748800"/>
              </a:xfrm>
              <a:prstGeom prst="diamond">
                <a:avLst/>
              </a:prstGeom>
              <a:solidFill>
                <a:srgbClr val="F6D5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Diamond 47">
                <a:extLst>
                  <a:ext uri="{FF2B5EF4-FFF2-40B4-BE49-F238E27FC236}">
                    <a16:creationId xmlns:a16="http://schemas.microsoft.com/office/drawing/2014/main" id="{8E26E977-894E-2D48-9992-387E2612B59F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rgbClr val="EDC7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3865C25-95ED-9B41-8E0C-E207540840EC}"/>
                </a:ext>
              </a:extLst>
            </p:cNvPr>
            <p:cNvGrpSpPr/>
            <p:nvPr userDrawn="1"/>
          </p:nvGrpSpPr>
          <p:grpSpPr>
            <a:xfrm>
              <a:off x="1235892" y="-283867"/>
              <a:ext cx="1780058" cy="1309863"/>
              <a:chOff x="1006129" y="-267510"/>
              <a:chExt cx="1780058" cy="1309863"/>
            </a:xfrm>
          </p:grpSpPr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D192BF6C-32E2-234D-A39B-391436BF1577}"/>
                  </a:ext>
                </a:extLst>
              </p:cNvPr>
              <p:cNvSpPr/>
              <p:nvPr userDrawn="1"/>
            </p:nvSpPr>
            <p:spPr>
              <a:xfrm rot="18000000">
                <a:off x="1615990" y="-127844"/>
                <a:ext cx="1301122" cy="1039272"/>
              </a:xfrm>
              <a:custGeom>
                <a:avLst/>
                <a:gdLst>
                  <a:gd name="connsiteX0" fmla="*/ 802951 w 1301122"/>
                  <a:gd name="connsiteY0" fmla="*/ 0 h 1039272"/>
                  <a:gd name="connsiteX1" fmla="*/ 1301122 w 1301122"/>
                  <a:gd name="connsiteY1" fmla="*/ 862857 h 1039272"/>
                  <a:gd name="connsiteX2" fmla="*/ 995789 w 1301122"/>
                  <a:gd name="connsiteY2" fmla="*/ 1039272 h 1039272"/>
                  <a:gd name="connsiteX3" fmla="*/ 0 w 1301122"/>
                  <a:gd name="connsiteY3" fmla="*/ 463927 h 1039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1122" h="1039272">
                    <a:moveTo>
                      <a:pt x="802951" y="0"/>
                    </a:moveTo>
                    <a:lnTo>
                      <a:pt x="1301122" y="862857"/>
                    </a:lnTo>
                    <a:lnTo>
                      <a:pt x="995789" y="1039272"/>
                    </a:lnTo>
                    <a:lnTo>
                      <a:pt x="0" y="463927"/>
                    </a:lnTo>
                    <a:close/>
                  </a:path>
                </a:pathLst>
              </a:custGeom>
              <a:solidFill>
                <a:srgbClr val="0356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BEA242A1-810D-7540-9B8E-526CA47E298E}"/>
                  </a:ext>
                </a:extLst>
              </p:cNvPr>
              <p:cNvSpPr/>
              <p:nvPr userDrawn="1"/>
            </p:nvSpPr>
            <p:spPr>
              <a:xfrm rot="3600000">
                <a:off x="873491" y="-134872"/>
                <a:ext cx="1309237" cy="1043961"/>
              </a:xfrm>
              <a:custGeom>
                <a:avLst/>
                <a:gdLst>
                  <a:gd name="connsiteX0" fmla="*/ 0 w 1309237"/>
                  <a:gd name="connsiteY0" fmla="*/ 862858 h 1043961"/>
                  <a:gd name="connsiteX1" fmla="*/ 498171 w 1309237"/>
                  <a:gd name="connsiteY1" fmla="*/ 0 h 1043961"/>
                  <a:gd name="connsiteX2" fmla="*/ 1309237 w 1309237"/>
                  <a:gd name="connsiteY2" fmla="*/ 468616 h 1043961"/>
                  <a:gd name="connsiteX3" fmla="*/ 313448 w 1309237"/>
                  <a:gd name="connsiteY3" fmla="*/ 1043961 h 1043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9237" h="1043961">
                    <a:moveTo>
                      <a:pt x="0" y="862858"/>
                    </a:moveTo>
                    <a:lnTo>
                      <a:pt x="498171" y="0"/>
                    </a:lnTo>
                    <a:lnTo>
                      <a:pt x="1309237" y="468616"/>
                    </a:lnTo>
                    <a:lnTo>
                      <a:pt x="313448" y="104396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CFE04D1-C8CF-E144-9EC8-C7A7FFF2EBE1}"/>
                </a:ext>
              </a:extLst>
            </p:cNvPr>
            <p:cNvGrpSpPr/>
            <p:nvPr userDrawn="1"/>
          </p:nvGrpSpPr>
          <p:grpSpPr>
            <a:xfrm>
              <a:off x="4036765" y="1486647"/>
              <a:ext cx="2064725" cy="2433734"/>
              <a:chOff x="9491639" y="1569442"/>
              <a:chExt cx="1343599" cy="1583728"/>
            </a:xfrm>
          </p:grpSpPr>
          <p:sp>
            <p:nvSpPr>
              <p:cNvPr id="58" name="Diamond 57">
                <a:extLst>
                  <a:ext uri="{FF2B5EF4-FFF2-40B4-BE49-F238E27FC236}">
                    <a16:creationId xmlns:a16="http://schemas.microsoft.com/office/drawing/2014/main" id="{EBDEC2FA-2F85-1B43-AAAA-EBAA0C6B5149}"/>
                  </a:ext>
                </a:extLst>
              </p:cNvPr>
              <p:cNvSpPr/>
              <p:nvPr userDrawn="1"/>
            </p:nvSpPr>
            <p:spPr>
              <a:xfrm>
                <a:off x="9539238" y="1569442"/>
                <a:ext cx="1296000" cy="748800"/>
              </a:xfrm>
              <a:prstGeom prst="diamond">
                <a:avLst/>
              </a:prstGeom>
              <a:solidFill>
                <a:srgbClr val="CCDE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60" name="Diamond 59">
                <a:extLst>
                  <a:ext uri="{FF2B5EF4-FFF2-40B4-BE49-F238E27FC236}">
                    <a16:creationId xmlns:a16="http://schemas.microsoft.com/office/drawing/2014/main" id="{8A9A5304-E1C8-E144-8B34-6EC4106DF7D2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rgbClr val="BFD5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4DC8ECC-D046-E04E-81F2-CC26ED4BB1E0}"/>
                </a:ext>
              </a:extLst>
            </p:cNvPr>
            <p:cNvGrpSpPr/>
            <p:nvPr userDrawn="1"/>
          </p:nvGrpSpPr>
          <p:grpSpPr>
            <a:xfrm>
              <a:off x="5032555" y="3644537"/>
              <a:ext cx="2137870" cy="1991580"/>
              <a:chOff x="9491639" y="1857169"/>
              <a:chExt cx="1391198" cy="1296001"/>
            </a:xfrm>
          </p:grpSpPr>
          <p:sp>
            <p:nvSpPr>
              <p:cNvPr id="63" name="Diamond 62">
                <a:extLst>
                  <a:ext uri="{FF2B5EF4-FFF2-40B4-BE49-F238E27FC236}">
                    <a16:creationId xmlns:a16="http://schemas.microsoft.com/office/drawing/2014/main" id="{940D2048-9692-4D43-A3F3-0757DD9A5D16}"/>
                  </a:ext>
                </a:extLst>
              </p:cNvPr>
              <p:cNvSpPr/>
              <p:nvPr userDrawn="1"/>
            </p:nvSpPr>
            <p:spPr>
              <a:xfrm rot="18000000">
                <a:off x="9860437" y="2130769"/>
                <a:ext cx="1296000" cy="748800"/>
              </a:xfrm>
              <a:prstGeom prst="diamond">
                <a:avLst/>
              </a:prstGeom>
              <a:solidFill>
                <a:srgbClr val="F6D5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436C0564-BBFF-B649-80A4-AFBDD1B802A9}"/>
                  </a:ext>
                </a:extLst>
              </p:cNvPr>
              <p:cNvSpPr/>
              <p:nvPr userDrawn="1"/>
            </p:nvSpPr>
            <p:spPr>
              <a:xfrm rot="3600000">
                <a:off x="9218039" y="2130770"/>
                <a:ext cx="1296000" cy="748800"/>
              </a:xfrm>
              <a:prstGeom prst="diamond">
                <a:avLst/>
              </a:prstGeom>
              <a:solidFill>
                <a:srgbClr val="EDC7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F3B8FB6-552E-BB4C-9EF5-4D0D78CB2412}"/>
                </a:ext>
              </a:extLst>
            </p:cNvPr>
            <p:cNvGrpSpPr/>
            <p:nvPr userDrawn="1"/>
          </p:nvGrpSpPr>
          <p:grpSpPr>
            <a:xfrm>
              <a:off x="3042219" y="2209"/>
              <a:ext cx="2137871" cy="2198128"/>
              <a:chOff x="2804993" y="0"/>
              <a:chExt cx="2137871" cy="2198128"/>
            </a:xfrm>
          </p:grpSpPr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F25174C0-E575-3847-B7BB-B319EA0C6AA0}"/>
                  </a:ext>
                </a:extLst>
              </p:cNvPr>
              <p:cNvSpPr/>
              <p:nvPr userDrawn="1"/>
            </p:nvSpPr>
            <p:spPr>
              <a:xfrm>
                <a:off x="2878139" y="0"/>
                <a:ext cx="1991578" cy="915084"/>
              </a:xfrm>
              <a:custGeom>
                <a:avLst/>
                <a:gdLst>
                  <a:gd name="connsiteX0" fmla="*/ 588010 w 1991578"/>
                  <a:gd name="connsiteY0" fmla="*/ 0 h 915084"/>
                  <a:gd name="connsiteX1" fmla="*/ 1403569 w 1991578"/>
                  <a:gd name="connsiteY1" fmla="*/ 0 h 915084"/>
                  <a:gd name="connsiteX2" fmla="*/ 1991578 w 1991578"/>
                  <a:gd name="connsiteY2" fmla="*/ 339739 h 915084"/>
                  <a:gd name="connsiteX3" fmla="*/ 995789 w 1991578"/>
                  <a:gd name="connsiteY3" fmla="*/ 915084 h 915084"/>
                  <a:gd name="connsiteX4" fmla="*/ 0 w 1991578"/>
                  <a:gd name="connsiteY4" fmla="*/ 339739 h 915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1578" h="915084">
                    <a:moveTo>
                      <a:pt x="588010" y="0"/>
                    </a:moveTo>
                    <a:lnTo>
                      <a:pt x="1403569" y="0"/>
                    </a:lnTo>
                    <a:lnTo>
                      <a:pt x="1991578" y="339739"/>
                    </a:lnTo>
                    <a:lnTo>
                      <a:pt x="995789" y="915084"/>
                    </a:lnTo>
                    <a:lnTo>
                      <a:pt x="0" y="339739"/>
                    </a:lnTo>
                    <a:close/>
                  </a:path>
                </a:pathLst>
              </a:custGeom>
              <a:solidFill>
                <a:srgbClr val="E9ED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  <p:sp>
            <p:nvSpPr>
              <p:cNvPr id="39" name="Diamond 38">
                <a:extLst>
                  <a:ext uri="{FF2B5EF4-FFF2-40B4-BE49-F238E27FC236}">
                    <a16:creationId xmlns:a16="http://schemas.microsoft.com/office/drawing/2014/main" id="{DB184E99-076B-4644-8D64-0475A1D10A7D}"/>
                  </a:ext>
                </a:extLst>
              </p:cNvPr>
              <p:cNvSpPr/>
              <p:nvPr userDrawn="1"/>
            </p:nvSpPr>
            <p:spPr>
              <a:xfrm rot="18000000">
                <a:off x="3371729" y="626992"/>
                <a:ext cx="1991579" cy="1150690"/>
              </a:xfrm>
              <a:prstGeom prst="diamond">
                <a:avLst/>
              </a:prstGeom>
              <a:solidFill>
                <a:srgbClr val="D7DE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Diamond 39">
                <a:extLst>
                  <a:ext uri="{FF2B5EF4-FFF2-40B4-BE49-F238E27FC236}">
                    <a16:creationId xmlns:a16="http://schemas.microsoft.com/office/drawing/2014/main" id="{9709202D-EB4F-7849-B074-387ACFD40E62}"/>
                  </a:ext>
                </a:extLst>
              </p:cNvPr>
              <p:cNvSpPr/>
              <p:nvPr userDrawn="1"/>
            </p:nvSpPr>
            <p:spPr>
              <a:xfrm rot="3600000">
                <a:off x="2384548" y="626994"/>
                <a:ext cx="1991579" cy="1150690"/>
              </a:xfrm>
              <a:prstGeom prst="diamond">
                <a:avLst/>
              </a:prstGeom>
              <a:solidFill>
                <a:schemeClr val="accent3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</p:grpSp>
      <p:pic>
        <p:nvPicPr>
          <p:cNvPr id="4" name="Picture 3" descr="NHS England logo">
            <a:extLst>
              <a:ext uri="{FF2B5EF4-FFF2-40B4-BE49-F238E27FC236}">
                <a16:creationId xmlns:a16="http://schemas.microsoft.com/office/drawing/2014/main" id="{BFDA4B14-ED2B-69F3-53D9-1D353E242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15274" y="4896943"/>
            <a:ext cx="2633084" cy="2172294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B6A4B5-DC63-A2FD-7678-C8282F77FC9D}"/>
              </a:ext>
            </a:extLst>
          </p:cNvPr>
          <p:cNvCxnSpPr/>
          <p:nvPr userDrawn="1"/>
        </p:nvCxnSpPr>
        <p:spPr>
          <a:xfrm>
            <a:off x="7578284" y="3341549"/>
            <a:ext cx="8651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04E2196-F35F-5C45-7F7F-9A380B52EEB6}"/>
              </a:ext>
            </a:extLst>
          </p:cNvPr>
          <p:cNvSpPr txBox="1"/>
          <p:nvPr userDrawn="1"/>
        </p:nvSpPr>
        <p:spPr>
          <a:xfrm>
            <a:off x="7455164" y="3534262"/>
            <a:ext cx="4343734" cy="2608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Thank You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digital.nhs.uk</a:t>
            </a:r>
            <a:endParaRPr lang="en-GB" sz="2400" b="1" dirty="0">
              <a:solidFill>
                <a:schemeClr val="tx1"/>
              </a:solidFill>
            </a:endParaRPr>
          </a:p>
        </p:txBody>
      </p:sp>
      <p:pic>
        <p:nvPicPr>
          <p:cNvPr id="7" name="Picture 96">
            <a:extLst>
              <a:ext uri="{FF2B5EF4-FFF2-40B4-BE49-F238E27FC236}">
                <a16:creationId xmlns:a16="http://schemas.microsoft.com/office/drawing/2014/main" id="{B6C51D11-4478-ECA9-3A7C-26BB2589B5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484385" y="4342069"/>
            <a:ext cx="6000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0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3C13175-05B4-C01D-1430-C129B9285BBF}"/>
              </a:ext>
            </a:extLst>
          </p:cNvPr>
          <p:cNvSpPr/>
          <p:nvPr userDrawn="1"/>
        </p:nvSpPr>
        <p:spPr>
          <a:xfrm>
            <a:off x="0" y="25106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B4B32-B7B7-DB40-9D0C-2D4D8414C6EC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3715D-C90E-7C4B-B312-C707773A39DD}"/>
              </a:ext>
            </a:extLst>
          </p:cNvPr>
          <p:cNvSpPr txBox="1"/>
          <p:nvPr userDrawn="1"/>
        </p:nvSpPr>
        <p:spPr>
          <a:xfrm>
            <a:off x="2232561" y="31707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 dirty="0">
              <a:solidFill>
                <a:schemeClr val="accent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7E9C09-C9AF-554B-B095-D19078FA6376}"/>
              </a:ext>
            </a:extLst>
          </p:cNvPr>
          <p:cNvCxnSpPr/>
          <p:nvPr userDrawn="1"/>
        </p:nvCxnSpPr>
        <p:spPr>
          <a:xfrm>
            <a:off x="432000" y="324000"/>
            <a:ext cx="432118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748E8E-8B34-9246-8F9A-CF165E4332AF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con&#10;&#10;Description automatically generated with medium confidence">
            <a:extLst>
              <a:ext uri="{FF2B5EF4-FFF2-40B4-BE49-F238E27FC236}">
                <a16:creationId xmlns:a16="http://schemas.microsoft.com/office/drawing/2014/main" id="{2C5DA4F2-D5B5-1F47-ADDA-9F6CB9A2A3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1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E947E-1F3C-4CE2-B205-42ACABCDF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187EB-CD8C-4429-80A8-057E397FF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8BCC8-525B-41FD-8646-596B1960C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574AD-8404-48D7-8DB8-BCC9125C3396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564A6-47BB-43DB-A152-9E1555760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3BD63-EE18-4132-8F91-68A0A2C0D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67EA4-DCE3-FB49-A794-A4595EF638B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50448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5" r:id="rId1"/>
    <p:sldLayoutId id="2147483817" r:id="rId2"/>
    <p:sldLayoutId id="2147483833" r:id="rId3"/>
    <p:sldLayoutId id="2147483834" r:id="rId4"/>
    <p:sldLayoutId id="2147483828" r:id="rId5"/>
    <p:sldLayoutId id="2147483826" r:id="rId6"/>
    <p:sldLayoutId id="2147483827" r:id="rId7"/>
    <p:sldLayoutId id="2147483789" r:id="rId8"/>
    <p:sldLayoutId id="2147483818" r:id="rId9"/>
    <p:sldLayoutId id="2147483791" r:id="rId10"/>
    <p:sldLayoutId id="2147483813" r:id="rId11"/>
    <p:sldLayoutId id="2147483814" r:id="rId12"/>
    <p:sldLayoutId id="2147483815" r:id="rId13"/>
    <p:sldLayoutId id="2147483798" r:id="rId14"/>
    <p:sldLayoutId id="2147483719" r:id="rId15"/>
    <p:sldLayoutId id="2147483823" r:id="rId16"/>
    <p:sldLayoutId id="2147483824" r:id="rId17"/>
    <p:sldLayoutId id="2147483821" r:id="rId18"/>
    <p:sldLayoutId id="2147483822" r:id="rId19"/>
    <p:sldLayoutId id="2147483825" r:id="rId20"/>
    <p:sldLayoutId id="2147483806" r:id="rId21"/>
    <p:sldLayoutId id="2147483690" r:id="rId22"/>
    <p:sldLayoutId id="2147483762" r:id="rId23"/>
    <p:sldLayoutId id="2147483747" r:id="rId24"/>
    <p:sldLayoutId id="2147483760" r:id="rId25"/>
    <p:sldLayoutId id="2147483714" r:id="rId26"/>
    <p:sldLayoutId id="2147483831" r:id="rId27"/>
    <p:sldLayoutId id="2147483924" r:id="rId28"/>
    <p:sldLayoutId id="2147483925" r:id="rId2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ngland.datascience@nhs.ne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digital.nhs.uk/services/artificial-data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99A9-ADAE-F54A-B49E-F294E7BCE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000" y="2519749"/>
            <a:ext cx="9723474" cy="1409314"/>
          </a:xfrm>
        </p:spPr>
        <p:txBody>
          <a:bodyPr/>
          <a:lstStyle/>
          <a:p>
            <a:r>
              <a:rPr lang="en-GB" sz="6000" dirty="0"/>
              <a:t>Being a Data Scientist in Healthcare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96998-8BA0-CF4D-B57F-DEBCAD114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00" y="4019100"/>
            <a:ext cx="7973051" cy="1024967"/>
          </a:xfrm>
        </p:spPr>
        <p:txBody>
          <a:bodyPr/>
          <a:lstStyle/>
          <a:p>
            <a:r>
              <a:rPr lang="en-GB" b="1" dirty="0"/>
              <a:t>Inspiring the Future: Pathways into Healthcare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63B5F-2944-6B41-9332-74DB2CCA6F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5760000"/>
            <a:ext cx="6259513" cy="59267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dirty="0">
                <a:hlinkClick r:id="rId3"/>
              </a:rPr>
              <a:t>england.datascience@nhs.net</a:t>
            </a:r>
            <a:r>
              <a:rPr lang="en-GB" dirty="0"/>
              <a:t> 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83023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647D-5AC2-41C5-88EF-D2B3BD55F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NHS England do?</a:t>
            </a:r>
          </a:p>
        </p:txBody>
      </p:sp>
      <p:grpSp>
        <p:nvGrpSpPr>
          <p:cNvPr id="44" name="Area 1" descr="Empower the person">
            <a:extLst>
              <a:ext uri="{FF2B5EF4-FFF2-40B4-BE49-F238E27FC236}">
                <a16:creationId xmlns:a16="http://schemas.microsoft.com/office/drawing/2014/main" id="{568D3F1E-EBB4-40ED-9C07-DA5BED30C144}"/>
              </a:ext>
            </a:extLst>
          </p:cNvPr>
          <p:cNvGrpSpPr/>
          <p:nvPr/>
        </p:nvGrpSpPr>
        <p:grpSpPr>
          <a:xfrm>
            <a:off x="992728" y="1854682"/>
            <a:ext cx="3000221" cy="4076335"/>
            <a:chOff x="611560" y="1536606"/>
            <a:chExt cx="1512000" cy="2392836"/>
          </a:xfrm>
        </p:grpSpPr>
        <p:sp>
          <p:nvSpPr>
            <p:cNvPr id="45" name="Round Same Side Corner Rectangle 57">
              <a:extLst>
                <a:ext uri="{FF2B5EF4-FFF2-40B4-BE49-F238E27FC236}">
                  <a16:creationId xmlns:a16="http://schemas.microsoft.com/office/drawing/2014/main" id="{F1B3B6E6-ECB6-4899-B9D1-363C832EE287}"/>
                </a:ext>
              </a:extLst>
            </p:cNvPr>
            <p:cNvSpPr/>
            <p:nvPr/>
          </p:nvSpPr>
          <p:spPr>
            <a:xfrm rot="10800000">
              <a:off x="611560" y="2849442"/>
              <a:ext cx="1512000" cy="1080000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Round Same Side Corner Rectangle 2">
              <a:extLst>
                <a:ext uri="{FF2B5EF4-FFF2-40B4-BE49-F238E27FC236}">
                  <a16:creationId xmlns:a16="http://schemas.microsoft.com/office/drawing/2014/main" id="{F4BF67F8-C40F-443B-A53C-439C14F389EE}"/>
                </a:ext>
              </a:extLst>
            </p:cNvPr>
            <p:cNvSpPr/>
            <p:nvPr/>
          </p:nvSpPr>
          <p:spPr>
            <a:xfrm>
              <a:off x="611560" y="1536606"/>
              <a:ext cx="1512000" cy="1296000"/>
            </a:xfrm>
            <a:prstGeom prst="round2SameRect">
              <a:avLst>
                <a:gd name="adj1" fmla="val 12152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TextBox 46" descr="Empower the person&#10;">
              <a:extLst>
                <a:ext uri="{FF2B5EF4-FFF2-40B4-BE49-F238E27FC236}">
                  <a16:creationId xmlns:a16="http://schemas.microsoft.com/office/drawing/2014/main" id="{BC7FC982-9A40-4960-973B-8FF3FAAFB8A0}"/>
                </a:ext>
              </a:extLst>
            </p:cNvPr>
            <p:cNvSpPr txBox="1"/>
            <p:nvPr/>
          </p:nvSpPr>
          <p:spPr>
            <a:xfrm>
              <a:off x="611560" y="2832606"/>
              <a:ext cx="1512000" cy="542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B81C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Maintains</a:t>
              </a:r>
              <a:b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</a:br>
              <a:r>
                <a:rPr lang="en-US" b="1">
                  <a:solidFill>
                    <a:srgbClr val="FFFFFF"/>
                  </a:solidFill>
                  <a:latin typeface="Arial"/>
                </a:rPr>
                <a:t>Digital Infrastructure in England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51" name="Area 1" descr="Empower the person">
            <a:extLst>
              <a:ext uri="{FF2B5EF4-FFF2-40B4-BE49-F238E27FC236}">
                <a16:creationId xmlns:a16="http://schemas.microsoft.com/office/drawing/2014/main" id="{72448CBA-DD67-44A8-B875-A9C821BF6B9D}"/>
              </a:ext>
            </a:extLst>
          </p:cNvPr>
          <p:cNvGrpSpPr/>
          <p:nvPr/>
        </p:nvGrpSpPr>
        <p:grpSpPr>
          <a:xfrm>
            <a:off x="4394150" y="1851580"/>
            <a:ext cx="3000221" cy="4076335"/>
            <a:chOff x="611560" y="1536606"/>
            <a:chExt cx="1512000" cy="2392836"/>
          </a:xfrm>
        </p:grpSpPr>
        <p:sp>
          <p:nvSpPr>
            <p:cNvPr id="52" name="Round Same Side Corner Rectangle 57">
              <a:extLst>
                <a:ext uri="{FF2B5EF4-FFF2-40B4-BE49-F238E27FC236}">
                  <a16:creationId xmlns:a16="http://schemas.microsoft.com/office/drawing/2014/main" id="{F67D7B33-414E-4341-85D9-B5DC5756325E}"/>
                </a:ext>
              </a:extLst>
            </p:cNvPr>
            <p:cNvSpPr/>
            <p:nvPr/>
          </p:nvSpPr>
          <p:spPr>
            <a:xfrm rot="10800000">
              <a:off x="611560" y="2849442"/>
              <a:ext cx="1512000" cy="1080000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3" name="Round Same Side Corner Rectangle 2">
              <a:extLst>
                <a:ext uri="{FF2B5EF4-FFF2-40B4-BE49-F238E27FC236}">
                  <a16:creationId xmlns:a16="http://schemas.microsoft.com/office/drawing/2014/main" id="{2B273954-F688-4519-BD22-1607960958BB}"/>
                </a:ext>
              </a:extLst>
            </p:cNvPr>
            <p:cNvSpPr/>
            <p:nvPr/>
          </p:nvSpPr>
          <p:spPr>
            <a:xfrm>
              <a:off x="611560" y="1536606"/>
              <a:ext cx="1512000" cy="1296000"/>
            </a:xfrm>
            <a:prstGeom prst="round2SameRect">
              <a:avLst>
                <a:gd name="adj1" fmla="val 12152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4" name="TextBox 53" descr="Empower the person&#10;">
              <a:extLst>
                <a:ext uri="{FF2B5EF4-FFF2-40B4-BE49-F238E27FC236}">
                  <a16:creationId xmlns:a16="http://schemas.microsoft.com/office/drawing/2014/main" id="{C8DE7AD2-D274-4121-A246-2F79C9BD3400}"/>
                </a:ext>
              </a:extLst>
            </p:cNvPr>
            <p:cNvSpPr txBox="1"/>
            <p:nvPr/>
          </p:nvSpPr>
          <p:spPr>
            <a:xfrm>
              <a:off x="611560" y="2832606"/>
              <a:ext cx="1512000" cy="542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>
                  <a:solidFill>
                    <a:srgbClr val="FFB81C"/>
                  </a:solidFill>
                  <a:latin typeface="Arial"/>
                </a:rPr>
                <a:t>Custodians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Healthcare</a:t>
              </a:r>
              <a:r>
                <a:rPr lang="en-US" b="1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lang="en-US" b="1">
                  <a:solidFill>
                    <a:srgbClr val="FFFFFF"/>
                  </a:solidFill>
                  <a:latin typeface="Arial"/>
                </a:rPr>
                <a:t>Data for </a:t>
              </a:r>
              <a:r>
                <a:rPr lang="en-US" b="1" dirty="0">
                  <a:solidFill>
                    <a:srgbClr val="FFFFFF"/>
                  </a:solidFill>
                  <a:latin typeface="Arial"/>
                </a:rPr>
                <a:t>all Patients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55" name="Picture 76" descr="Monitor icon">
            <a:extLst>
              <a:ext uri="{FF2B5EF4-FFF2-40B4-BE49-F238E27FC236}">
                <a16:creationId xmlns:a16="http://schemas.microsoft.com/office/drawing/2014/main" id="{64482319-3B7E-47D8-8430-CADED98049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420553" y="1900227"/>
            <a:ext cx="2116721" cy="2116721"/>
          </a:xfrm>
          <a:prstGeom prst="rect">
            <a:avLst/>
          </a:prstGeom>
        </p:spPr>
      </p:pic>
      <p:grpSp>
        <p:nvGrpSpPr>
          <p:cNvPr id="57" name="Area 1" descr="Empower the person">
            <a:extLst>
              <a:ext uri="{FF2B5EF4-FFF2-40B4-BE49-F238E27FC236}">
                <a16:creationId xmlns:a16="http://schemas.microsoft.com/office/drawing/2014/main" id="{B8B41417-51A6-4A37-9446-73E25378F21C}"/>
              </a:ext>
            </a:extLst>
          </p:cNvPr>
          <p:cNvGrpSpPr/>
          <p:nvPr/>
        </p:nvGrpSpPr>
        <p:grpSpPr>
          <a:xfrm>
            <a:off x="7795571" y="1851580"/>
            <a:ext cx="3000221" cy="4076335"/>
            <a:chOff x="611560" y="1536606"/>
            <a:chExt cx="1512000" cy="2392836"/>
          </a:xfrm>
        </p:grpSpPr>
        <p:sp>
          <p:nvSpPr>
            <p:cNvPr id="58" name="Round Same Side Corner Rectangle 57">
              <a:extLst>
                <a:ext uri="{FF2B5EF4-FFF2-40B4-BE49-F238E27FC236}">
                  <a16:creationId xmlns:a16="http://schemas.microsoft.com/office/drawing/2014/main" id="{0349B021-2ED2-4CD5-B575-C3585CE2737C}"/>
                </a:ext>
              </a:extLst>
            </p:cNvPr>
            <p:cNvSpPr/>
            <p:nvPr/>
          </p:nvSpPr>
          <p:spPr>
            <a:xfrm rot="10800000">
              <a:off x="611560" y="2849442"/>
              <a:ext cx="1512000" cy="1080000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9" name="Round Same Side Corner Rectangle 2">
              <a:extLst>
                <a:ext uri="{FF2B5EF4-FFF2-40B4-BE49-F238E27FC236}">
                  <a16:creationId xmlns:a16="http://schemas.microsoft.com/office/drawing/2014/main" id="{F0247DA7-6393-4751-A58D-620278F331BD}"/>
                </a:ext>
              </a:extLst>
            </p:cNvPr>
            <p:cNvSpPr/>
            <p:nvPr/>
          </p:nvSpPr>
          <p:spPr>
            <a:xfrm>
              <a:off x="611560" y="1536606"/>
              <a:ext cx="1512000" cy="1296000"/>
            </a:xfrm>
            <a:prstGeom prst="round2SameRect">
              <a:avLst>
                <a:gd name="adj1" fmla="val 12152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0" name="TextBox 59" descr="Empower the person&#10;">
              <a:extLst>
                <a:ext uri="{FF2B5EF4-FFF2-40B4-BE49-F238E27FC236}">
                  <a16:creationId xmlns:a16="http://schemas.microsoft.com/office/drawing/2014/main" id="{5B0CFC9A-AE96-41E2-97BD-33888E77CE14}"/>
                </a:ext>
              </a:extLst>
            </p:cNvPr>
            <p:cNvSpPr txBox="1"/>
            <p:nvPr/>
          </p:nvSpPr>
          <p:spPr>
            <a:xfrm>
              <a:off x="611560" y="2832606"/>
              <a:ext cx="1512000" cy="704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B81C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Utilize 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</a:br>
              <a:r>
                <a:rPr lang="en-US" b="1" dirty="0">
                  <a:solidFill>
                    <a:srgbClr val="FFFFFF"/>
                  </a:solidFill>
                  <a:latin typeface="Arial"/>
                </a:rPr>
                <a:t>Data to Improve Healthcare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67" name="Picture 66">
            <a:extLst>
              <a:ext uri="{FF2B5EF4-FFF2-40B4-BE49-F238E27FC236}">
                <a16:creationId xmlns:a16="http://schemas.microsoft.com/office/drawing/2014/main" id="{10EC7A14-013D-43DD-9DFA-B8D28765A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974" y="1900227"/>
            <a:ext cx="2116721" cy="211672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95735BF-8EC9-482A-8A9C-391697773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320" y="1897124"/>
            <a:ext cx="2116721" cy="211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1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C88B7-CE11-184A-B64F-FAA8B43FD1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76379" y="1290209"/>
            <a:ext cx="7039235" cy="3466727"/>
          </a:xfrm>
        </p:spPr>
        <p:txBody>
          <a:bodyPr/>
          <a:lstStyle/>
          <a:p>
            <a:pPr lvl="0"/>
            <a:r>
              <a:rPr lang="en-GB" sz="4000" dirty="0"/>
              <a:t>“Using maths, statistics and computer science to build services to extract insights.”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7E3BF-D70C-A747-8CF4-7259DB1EA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0921" y="3299253"/>
            <a:ext cx="3890150" cy="896938"/>
          </a:xfrm>
        </p:spPr>
        <p:txBody>
          <a:bodyPr>
            <a:normAutofit/>
          </a:bodyPr>
          <a:lstStyle/>
          <a:p>
            <a:pPr marL="144000" indent="-144000"/>
            <a:r>
              <a:rPr lang="en-GB" b="1" dirty="0"/>
              <a:t>Being a Data Scientist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4537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98E524B-F6FA-F142-B71B-23326E628F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Example of work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4624AE3-0BE1-F847-A69A-1666E5BE46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You are given dates of patients that arrive at A&amp;E at a hospital</a:t>
            </a:r>
          </a:p>
          <a:p>
            <a:endParaRPr lang="en-GB" dirty="0"/>
          </a:p>
          <a:p>
            <a:r>
              <a:rPr lang="en-GB" dirty="0"/>
              <a:t>Task: How many patients arrive in winter?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799BD-5F65-1D9A-D2B5-0B52F82E7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908" y="113273"/>
            <a:ext cx="1734474" cy="6391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C8ED7A-1067-477B-DC30-810FD1F1D6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6000"/>
          </a:blip>
          <a:stretch>
            <a:fillRect/>
          </a:stretch>
        </p:blipFill>
        <p:spPr>
          <a:xfrm rot="18615995">
            <a:off x="-314751" y="2164848"/>
            <a:ext cx="8187638" cy="19265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84AFC6-CE45-2ADC-BC47-0B80BE89424A}"/>
              </a:ext>
            </a:extLst>
          </p:cNvPr>
          <p:cNvSpPr txBox="1"/>
          <p:nvPr/>
        </p:nvSpPr>
        <p:spPr>
          <a:xfrm>
            <a:off x="1030405" y="6505131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 Source: </a:t>
            </a:r>
            <a:r>
              <a:rPr lang="en-GB" dirty="0">
                <a:hlinkClick r:id="rId4"/>
              </a:rPr>
              <a:t>https://digital.nhs.uk/services/artificial-data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488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38CD63A1-340F-AF47-BC76-77C1B8EF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404154" cy="865186"/>
          </a:xfrm>
        </p:spPr>
        <p:txBody>
          <a:bodyPr/>
          <a:lstStyle/>
          <a:p>
            <a:r>
              <a:rPr lang="en-GB" spc="-40" dirty="0"/>
              <a:t>Using Python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119A740-022F-8280-BE79-D49190D24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6000" y="1297186"/>
            <a:ext cx="11760000" cy="5028053"/>
          </a:xfrm>
        </p:spPr>
      </p:pic>
    </p:spTree>
    <p:extLst>
      <p:ext uri="{BB962C8B-B14F-4D97-AF65-F5344CB8AC3E}">
        <p14:creationId xmlns:p14="http://schemas.microsoft.com/office/powerpoint/2010/main" val="291379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7955A-6C75-3247-B29E-0A375D19C6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How to become a data scientist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C337F-99DD-FFB9-998F-AFBC8D9997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Taken from the Job Specification</a:t>
            </a:r>
          </a:p>
        </p:txBody>
      </p:sp>
    </p:spTree>
    <p:extLst>
      <p:ext uri="{BB962C8B-B14F-4D97-AF65-F5344CB8AC3E}">
        <p14:creationId xmlns:p14="http://schemas.microsoft.com/office/powerpoint/2010/main" val="255168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ACACCCE3-3EFD-5247-91B1-3F96593BA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64" y="252615"/>
            <a:ext cx="10344075" cy="865186"/>
          </a:xfrm>
        </p:spPr>
        <p:txBody>
          <a:bodyPr>
            <a:noAutofit/>
          </a:bodyPr>
          <a:lstStyle/>
          <a:p>
            <a:r>
              <a:rPr lang="en-GB" sz="2400" dirty="0">
                <a:solidFill>
                  <a:srgbClr val="231F20"/>
                </a:solidFill>
              </a:rPr>
              <a:t>Qualifications &amp; Career Pathways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A8B04A-DDEA-3042-8A03-D797E52BAB78}"/>
              </a:ext>
            </a:extLst>
          </p:cNvPr>
          <p:cNvSpPr/>
          <p:nvPr/>
        </p:nvSpPr>
        <p:spPr>
          <a:xfrm>
            <a:off x="410064" y="1117801"/>
            <a:ext cx="6421042" cy="53286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tlCol="0" anchor="ctr"/>
          <a:lstStyle/>
          <a:p>
            <a:r>
              <a:rPr lang="en-GB" b="1" dirty="0"/>
              <a:t>Mathematical Route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9F6492B-0A61-7040-89C7-A6104116E80B}"/>
              </a:ext>
            </a:extLst>
          </p:cNvPr>
          <p:cNvSpPr txBox="1">
            <a:spLocks/>
          </p:cNvSpPr>
          <p:nvPr/>
        </p:nvSpPr>
        <p:spPr>
          <a:xfrm>
            <a:off x="410064" y="1650671"/>
            <a:ext cx="6421042" cy="1778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lIns="144000" tIns="216000" rIns="216000" bIns="216000">
            <a:no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5718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43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82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GB" sz="2400" dirty="0"/>
              <a:t>Educated to degree level, (such as </a:t>
            </a:r>
            <a:r>
              <a:rPr lang="en-GB" sz="2400" b="1" u="sng" dirty="0"/>
              <a:t>Statistics</a:t>
            </a:r>
            <a:r>
              <a:rPr lang="en-GB" sz="2400" dirty="0"/>
              <a:t>, </a:t>
            </a:r>
            <a:r>
              <a:rPr lang="en-GB" sz="2400" b="1" u="sng" dirty="0"/>
              <a:t>Mathematics</a:t>
            </a:r>
            <a:r>
              <a:rPr lang="en-GB" sz="2400" dirty="0"/>
              <a:t>, </a:t>
            </a:r>
            <a:r>
              <a:rPr lang="en-GB" sz="2400" b="1" u="sng" dirty="0"/>
              <a:t>Physics</a:t>
            </a:r>
            <a:r>
              <a:rPr lang="en-GB" sz="2400" dirty="0"/>
              <a:t> or </a:t>
            </a:r>
            <a:r>
              <a:rPr lang="en-GB" sz="2400" b="1" u="sng" dirty="0"/>
              <a:t>Computer Science</a:t>
            </a:r>
            <a:r>
              <a:rPr lang="en-GB" sz="2400" dirty="0"/>
              <a:t>)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285D38-E008-414F-A3AD-F1EAA4F9570E}"/>
              </a:ext>
            </a:extLst>
          </p:cNvPr>
          <p:cNvSpPr/>
          <p:nvPr/>
        </p:nvSpPr>
        <p:spPr>
          <a:xfrm>
            <a:off x="410064" y="3677576"/>
            <a:ext cx="6421042" cy="532869"/>
          </a:xfrm>
          <a:prstGeom prst="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tlCol="0" anchor="ctr"/>
          <a:lstStyle/>
          <a:p>
            <a:r>
              <a:rPr lang="en-GB" b="1" dirty="0"/>
              <a:t>Vocational Route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9BE8F26-1565-8745-82ED-69ADF059BB80}"/>
              </a:ext>
            </a:extLst>
          </p:cNvPr>
          <p:cNvSpPr txBox="1">
            <a:spLocks/>
          </p:cNvSpPr>
          <p:nvPr/>
        </p:nvSpPr>
        <p:spPr>
          <a:xfrm>
            <a:off x="410064" y="4210445"/>
            <a:ext cx="6421042" cy="1778330"/>
          </a:xfrm>
          <a:prstGeom prst="rect">
            <a:avLst/>
          </a:prstGeom>
          <a:solidFill>
            <a:srgbClr val="F2F2F2"/>
          </a:solidFill>
        </p:spPr>
        <p:txBody>
          <a:bodyPr lIns="144000" tIns="216000" rIns="216000" bIns="216000">
            <a:no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5718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43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82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2400" dirty="0"/>
              <a:t>Degree level equivalent </a:t>
            </a:r>
            <a:r>
              <a:rPr lang="en-GB" sz="2400" b="1" u="sng" dirty="0"/>
              <a:t>specialist experience</a:t>
            </a:r>
            <a:r>
              <a:rPr lang="en-GB" sz="2400" dirty="0"/>
              <a:t>, backed up by additional and </a:t>
            </a:r>
            <a:r>
              <a:rPr lang="en-GB" sz="2400" b="1" u="sng" dirty="0"/>
              <a:t>continual professional development </a:t>
            </a:r>
            <a:r>
              <a:rPr lang="en-GB" sz="2400" dirty="0"/>
              <a:t>and/or </a:t>
            </a:r>
            <a:r>
              <a:rPr lang="en-GB" sz="2400" b="1" u="sng" dirty="0"/>
              <a:t>academic study at a higher level</a:t>
            </a:r>
            <a:r>
              <a:rPr lang="en-GB" sz="24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AB7454-1CA7-69C4-ED16-2A1ECD1A3AD9}"/>
              </a:ext>
            </a:extLst>
          </p:cNvPr>
          <p:cNvSpPr txBox="1"/>
          <p:nvPr/>
        </p:nvSpPr>
        <p:spPr>
          <a:xfrm>
            <a:off x="7029036" y="1109730"/>
            <a:ext cx="4752900" cy="5247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kern="0" dirty="0"/>
              <a:t>Early Careers Pathways</a:t>
            </a:r>
          </a:p>
        </p:txBody>
      </p:sp>
      <p:graphicFrame>
        <p:nvGraphicFramePr>
          <p:cNvPr id="21" name="Table 3">
            <a:extLst>
              <a:ext uri="{FF2B5EF4-FFF2-40B4-BE49-F238E27FC236}">
                <a16:creationId xmlns:a16="http://schemas.microsoft.com/office/drawing/2014/main" id="{9577B1BE-56B2-AD18-00D0-C8FD2E74C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482630"/>
              </p:ext>
            </p:extLst>
          </p:nvPr>
        </p:nvGraphicFramePr>
        <p:xfrm>
          <a:off x="7029037" y="1828800"/>
          <a:ext cx="4752899" cy="1685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920">
                  <a:extLst>
                    <a:ext uri="{9D8B030D-6E8A-4147-A177-3AD203B41FA5}">
                      <a16:colId xmlns:a16="http://schemas.microsoft.com/office/drawing/2014/main" val="2811510274"/>
                    </a:ext>
                  </a:extLst>
                </a:gridCol>
                <a:gridCol w="3200979">
                  <a:extLst>
                    <a:ext uri="{9D8B030D-6E8A-4147-A177-3AD203B41FA5}">
                      <a16:colId xmlns:a16="http://schemas.microsoft.com/office/drawing/2014/main" val="3244933363"/>
                    </a:ext>
                  </a:extLst>
                </a:gridCol>
              </a:tblGrid>
              <a:tr h="1685926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Internship</a:t>
                      </a:r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fontAlgn="t">
                        <a:buClrTx/>
                        <a:buFont typeface="Arial" panose="020B0604020202020204" pitchFamily="34" charset="0"/>
                        <a:buChar char="•"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Length</a:t>
                      </a: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1 to 24 months</a:t>
                      </a:r>
                    </a:p>
                    <a:p>
                      <a:pPr marL="342900" indent="-342900" fontAlgn="t">
                        <a:buClrTx/>
                        <a:buFont typeface="Arial" panose="020B0604020202020204" pitchFamily="34" charset="0"/>
                        <a:buChar char="•"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Experience</a:t>
                      </a: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A deep drive into a single project</a:t>
                      </a:r>
                    </a:p>
                    <a:p>
                      <a:pPr marL="342900" indent="-342900" fontAlgn="t">
                        <a:buClrTx/>
                        <a:buFont typeface="Arial" panose="020B0604020202020204" pitchFamily="34" charset="0"/>
                        <a:buChar char="•"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Pay</a:t>
                      </a: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Band 2, £12.92/hr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142587"/>
                  </a:ext>
                </a:extLst>
              </a:tr>
            </a:tbl>
          </a:graphicData>
        </a:graphic>
      </p:graphicFrame>
      <p:graphicFrame>
        <p:nvGraphicFramePr>
          <p:cNvPr id="22" name="Table 3">
            <a:extLst>
              <a:ext uri="{FF2B5EF4-FFF2-40B4-BE49-F238E27FC236}">
                <a16:creationId xmlns:a16="http://schemas.microsoft.com/office/drawing/2014/main" id="{AD3C039E-F8B8-1CC8-E2B5-EB05185B3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941742"/>
              </p:ext>
            </p:extLst>
          </p:nvPr>
        </p:nvGraphicFramePr>
        <p:xfrm>
          <a:off x="7029036" y="3633724"/>
          <a:ext cx="4832487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214">
                  <a:extLst>
                    <a:ext uri="{9D8B030D-6E8A-4147-A177-3AD203B41FA5}">
                      <a16:colId xmlns:a16="http://schemas.microsoft.com/office/drawing/2014/main" val="2811510274"/>
                    </a:ext>
                  </a:extLst>
                </a:gridCol>
                <a:gridCol w="3280273">
                  <a:extLst>
                    <a:ext uri="{9D8B030D-6E8A-4147-A177-3AD203B41FA5}">
                      <a16:colId xmlns:a16="http://schemas.microsoft.com/office/drawing/2014/main" val="3244933363"/>
                    </a:ext>
                  </a:extLst>
                </a:gridCol>
              </a:tblGrid>
              <a:tr h="16154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Graduate Scheme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fontAlgn="t">
                        <a:buClrTx/>
                        <a:buFont typeface="Arial" panose="020B0604020202020204" pitchFamily="34" charset="0"/>
                        <a:buChar char="•"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Length</a:t>
                      </a: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24 months</a:t>
                      </a:r>
                    </a:p>
                    <a:p>
                      <a:pPr marL="342900" indent="-342900" fontAlgn="t">
                        <a:buClrTx/>
                        <a:buFont typeface="Arial" panose="020B0604020202020204" pitchFamily="34" charset="0"/>
                        <a:buChar char="•"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Experience</a:t>
                      </a: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A rotation of different projects and teams</a:t>
                      </a:r>
                    </a:p>
                    <a:p>
                      <a:pPr marL="342900" indent="-342900" fontAlgn="t">
                        <a:buClrTx/>
                        <a:buFont typeface="Arial" panose="020B0604020202020204" pitchFamily="34" charset="0"/>
                        <a:buChar char="•"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Pay</a:t>
                      </a: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Band 5, £16.40/hr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142587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6317C261-60AA-A38B-DB36-09BCCF8071C4}"/>
              </a:ext>
            </a:extLst>
          </p:cNvPr>
          <p:cNvSpPr txBox="1"/>
          <p:nvPr/>
        </p:nvSpPr>
        <p:spPr>
          <a:xfrm>
            <a:off x="6962360" y="5249164"/>
            <a:ext cx="4832487" cy="966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 are for illustrative </a:t>
            </a:r>
            <a:r>
              <a:rPr lang="en-GB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purposes and may not reflect current career opportunities in NHS England. </a:t>
            </a:r>
            <a:r>
              <a:rPr lang="en-GB" kern="10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Pay based </a:t>
            </a:r>
            <a:r>
              <a:rPr lang="en-GB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GB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AfC</a:t>
            </a:r>
            <a:r>
              <a:rPr lang="en-GB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2026/27.</a:t>
            </a:r>
            <a:endParaRPr lang="en-GB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19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6A137-64D6-F54C-B4BA-3F030D572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B018A7-EC47-8942-A6EF-E90B5A4526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Innovation</a:t>
            </a: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DC6DE-4CC6-384C-9943-60C1476E48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en-GB" sz="3200" b="1" u="sng" dirty="0"/>
              <a:t>Suggest</a:t>
            </a:r>
            <a:r>
              <a:rPr lang="en-GB" sz="3200" dirty="0"/>
              <a:t> novel uses of existing data and technology.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83FF70-DFB8-F145-93C9-D17691DBFF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Communicating analysis for impact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0801A-07C5-2C40-A3F1-CAD1B3CCBB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en-GB" sz="3200" b="1" u="sng" dirty="0"/>
              <a:t>Explain</a:t>
            </a:r>
            <a:r>
              <a:rPr lang="en-GB" sz="3200" dirty="0"/>
              <a:t> the analytical evidence resulting from own analysis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53759B-04B1-CF45-8571-FA22CC6702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Professional standards &amp; quality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870246-F5B2-0444-9560-50AA6A4411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en-GB" sz="3200" b="1" u="sng" dirty="0"/>
              <a:t>Support</a:t>
            </a:r>
            <a:r>
              <a:rPr lang="en-GB" sz="3200" dirty="0"/>
              <a:t> other data scientists and share own knowledge &amp; expertise</a:t>
            </a:r>
          </a:p>
        </p:txBody>
      </p:sp>
      <p:pic>
        <p:nvPicPr>
          <p:cNvPr id="10" name="Graphic 9" descr="Lights On with solid fill">
            <a:extLst>
              <a:ext uri="{FF2B5EF4-FFF2-40B4-BE49-F238E27FC236}">
                <a16:creationId xmlns:a16="http://schemas.microsoft.com/office/drawing/2014/main" id="{BA971852-509F-45A9-0B1A-82B45A038C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5687" y="910706"/>
            <a:ext cx="758042" cy="758042"/>
          </a:xfrm>
          <a:prstGeom prst="rect">
            <a:avLst/>
          </a:prstGeom>
        </p:spPr>
      </p:pic>
      <p:pic>
        <p:nvPicPr>
          <p:cNvPr id="12" name="Graphic 11" descr="Chat with solid fill">
            <a:extLst>
              <a:ext uri="{FF2B5EF4-FFF2-40B4-BE49-F238E27FC236}">
                <a16:creationId xmlns:a16="http://schemas.microsoft.com/office/drawing/2014/main" id="{04872A63-D23A-9453-4F55-378768B4EA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6877" y="901614"/>
            <a:ext cx="914400" cy="914400"/>
          </a:xfrm>
          <a:prstGeom prst="rect">
            <a:avLst/>
          </a:prstGeom>
        </p:spPr>
      </p:pic>
      <p:pic>
        <p:nvPicPr>
          <p:cNvPr id="14" name="Graphic 13" descr="Cheers with solid fill">
            <a:extLst>
              <a:ext uri="{FF2B5EF4-FFF2-40B4-BE49-F238E27FC236}">
                <a16:creationId xmlns:a16="http://schemas.microsoft.com/office/drawing/2014/main" id="{32F7FA92-D7F8-5021-EDFB-46BBE30F0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84049" y="88213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8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3EE7C2-60FC-4F5B-8CCC-6675FD9603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End slide</a:t>
            </a:r>
          </a:p>
        </p:txBody>
      </p:sp>
    </p:spTree>
    <p:extLst>
      <p:ext uri="{BB962C8B-B14F-4D97-AF65-F5344CB8AC3E}">
        <p14:creationId xmlns:p14="http://schemas.microsoft.com/office/powerpoint/2010/main" val="47062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HSD-Refresh-Theme-NOV1120B">
  <a:themeElements>
    <a:clrScheme name="NHSD-REFRESH-NOV1120A">
      <a:dk1>
        <a:srgbClr val="FFFFFF"/>
      </a:dk1>
      <a:lt1>
        <a:srgbClr val="231F20"/>
      </a:lt1>
      <a:dk2>
        <a:srgbClr val="0072CE"/>
      </a:dk2>
      <a:lt2>
        <a:srgbClr val="E8EDEE"/>
      </a:lt2>
      <a:accent1>
        <a:srgbClr val="005EB8"/>
      </a:accent1>
      <a:accent2>
        <a:srgbClr val="919EA8"/>
      </a:accent2>
      <a:accent3>
        <a:srgbClr val="DDE1E4"/>
      </a:accent3>
      <a:accent4>
        <a:srgbClr val="003087"/>
      </a:accent4>
      <a:accent5>
        <a:srgbClr val="99C7EB"/>
      </a:accent5>
      <a:accent6>
        <a:srgbClr val="425563"/>
      </a:accent6>
      <a:hlink>
        <a:srgbClr val="005EB8"/>
      </a:hlink>
      <a:folHlink>
        <a:srgbClr val="0030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HS-PPT-Template-JAN2023" id="{C7A3CD00-52DA-4C6D-8273-68D1A0461E9F}" vid="{D9D82DF9-4079-4975-8D95-0E70F65BF0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4ac7e37b3be48aa8418f065aeb540e0 xmlns="2e9807c8-684d-4ce2-9798-0aa295dedadb">
      <Terms xmlns="http://schemas.microsoft.com/office/infopath/2007/PartnerControls"/>
    </p4ac7e37b3be48aa8418f065aeb540e0>
    <j628e119d7e4440dadc57ef80e73f9ed xmlns="2e9807c8-684d-4ce2-9798-0aa295dedadb">
      <Terms xmlns="http://schemas.microsoft.com/office/infopath/2007/PartnerControls"/>
    </j628e119d7e4440dadc57ef80e73f9ed>
    <hscicNextReviewDate xmlns="2e9807c8-684d-4ce2-9798-0aa295dedadb" xsi:nil="true"/>
    <kf16b72b2d604d459ccf7f7fae4ace43 xmlns="2e9807c8-684d-4ce2-9798-0aa295dedadb">
      <Terms xmlns="http://schemas.microsoft.com/office/infopath/2007/PartnerControls"/>
    </kf16b72b2d604d459ccf7f7fae4ace43>
    <TaxCatchAll xmlns="5668c8bc-6c30-45e9-80ca-5109d4270dfd">
      <Value>133</Value>
    </TaxCatchAll>
    <jf4655f4e78d4ac1a11c19f3a13b9f1c xmlns="2e9807c8-684d-4ce2-9798-0aa295dedadb">
      <Terms xmlns="http://schemas.microsoft.com/office/infopath/2007/PartnerControls">
        <TermInfo xmlns="http://schemas.microsoft.com/office/infopath/2007/PartnerControls">
          <TermName xmlns="http://schemas.microsoft.com/office/infopath/2007/PartnerControls">Presentation</TermName>
          <TermId xmlns="http://schemas.microsoft.com/office/infopath/2007/PartnerControls">ee650e81-096d-4403-84a9-0f09614326ef</TermId>
        </TermInfo>
      </Terms>
    </jf4655f4e78d4ac1a11c19f3a13b9f1c>
    <hscicLastReviewDate xmlns="2e9807c8-684d-4ce2-9798-0aa295dedadb" xsi:nil="true"/>
    <k5f85a19a9254bc483709d4dbf407442 xmlns="2e9807c8-684d-4ce2-9798-0aa295dedadb">
      <Terms xmlns="http://schemas.microsoft.com/office/infopath/2007/PartnerControls"/>
    </k5f85a19a9254bc483709d4dbf407442>
    <_dlc_DocId xmlns="2e9807c8-684d-4ce2-9798-0aa295dedadb">MDQYE57WSUYW-1510119152-517</_dlc_DocId>
    <_dlc_DocIdUrl xmlns="2e9807c8-684d-4ce2-9798-0aa295dedadb">
      <Url>https://hscic365.sharepoint.com/MarketingComms/_layouts/15/DocIdRedir.aspx?ID=MDQYE57WSUYW-1510119152-517</Url>
      <Description>MDQYE57WSUYW-1510119152-517</Description>
    </_dlc_DocIdUrl>
    <lcf76f155ced4ddcb4097134ff3c332f xmlns="4e4326f6-5e34-4e05-b314-006661b9c42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HSCIC Document" ma:contentTypeID="0x010100F56AC1E539A90047BC30B3C9F7C85DBF009974B1B821AB36488BB2955A9F4B5285" ma:contentTypeVersion="25" ma:contentTypeDescription="Create a new document." ma:contentTypeScope="" ma:versionID="07420608f8b6198177e3320b229a6c35">
  <xsd:schema xmlns:xsd="http://www.w3.org/2001/XMLSchema" xmlns:xs="http://www.w3.org/2001/XMLSchema" xmlns:p="http://schemas.microsoft.com/office/2006/metadata/properties" xmlns:ns2="2e9807c8-684d-4ce2-9798-0aa295dedadb" xmlns:ns3="5668c8bc-6c30-45e9-80ca-5109d4270dfd" xmlns:ns4="4e4326f6-5e34-4e05-b314-006661b9c42d" targetNamespace="http://schemas.microsoft.com/office/2006/metadata/properties" ma:root="true" ma:fieldsID="a1223214bed314a580ae0252d7427c23" ns2:_="" ns3:_="" ns4:_="">
    <xsd:import namespace="2e9807c8-684d-4ce2-9798-0aa295dedadb"/>
    <xsd:import namespace="5668c8bc-6c30-45e9-80ca-5109d4270dfd"/>
    <xsd:import namespace="4e4326f6-5e34-4e05-b314-006661b9c42d"/>
    <xsd:element name="properties">
      <xsd:complexType>
        <xsd:sequence>
          <xsd:element name="documentManagement">
            <xsd:complexType>
              <xsd:all>
                <xsd:element ref="ns2:jf4655f4e78d4ac1a11c19f3a13b9f1c" minOccurs="0"/>
                <xsd:element ref="ns3:TaxCatchAll" minOccurs="0"/>
                <xsd:element ref="ns3:TaxCatchAllLabel" minOccurs="0"/>
                <xsd:element ref="ns2:hscicLastReviewDate" minOccurs="0"/>
                <xsd:element ref="ns2:hscicNextReviewDate" minOccurs="0"/>
                <xsd:element ref="ns2:k5f85a19a9254bc483709d4dbf407442" minOccurs="0"/>
                <xsd:element ref="ns2:kf16b72b2d604d459ccf7f7fae4ace43" minOccurs="0"/>
                <xsd:element ref="ns2:j628e119d7e4440dadc57ef80e73f9ed" minOccurs="0"/>
                <xsd:element ref="ns2:p4ac7e37b3be48aa8418f065aeb540e0" minOccurs="0"/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2:_dlc_DocId" minOccurs="0"/>
                <xsd:element ref="ns2:_dlc_DocIdUrl" minOccurs="0"/>
                <xsd:element ref="ns2:_dlc_DocIdPersistId" minOccurs="0"/>
                <xsd:element ref="ns4:MediaServiceAutoKeyPoints" minOccurs="0"/>
                <xsd:element ref="ns4:MediaServiceKeyPoint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lcf76f155ced4ddcb4097134ff3c332f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9807c8-684d-4ce2-9798-0aa295dedadb" elementFormDefault="qualified">
    <xsd:import namespace="http://schemas.microsoft.com/office/2006/documentManagement/types"/>
    <xsd:import namespace="http://schemas.microsoft.com/office/infopath/2007/PartnerControls"/>
    <xsd:element name="jf4655f4e78d4ac1a11c19f3a13b9f1c" ma:index="8" ma:taxonomy="true" ma:internalName="jf4655f4e78d4ac1a11c19f3a13b9f1c" ma:taxonomyFieldName="hscicDocumentType" ma:displayName="Information type" ma:default="" ma:fieldId="{3f4655f4-e78d-4ac1-a11c-19f3a13b9f1c}" ma:sspId="bb72b7f4-c981-47a4-a26e-043e4b78ebf3" ma:termSetId="62923a2f-f421-4e6f-b03c-6d9050967a3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scicLastReviewDate" ma:index="12" nillable="true" ma:displayName="Last Review Date" ma:description="" ma:format="DateOnly" ma:internalName="hscicLastReviewDate">
      <xsd:simpleType>
        <xsd:restriction base="dms:DateTime"/>
      </xsd:simpleType>
    </xsd:element>
    <xsd:element name="hscicNextReviewDate" ma:index="13" nillable="true" ma:displayName="Next Review Date" ma:description="" ma:format="DateOnly" ma:internalName="hscicNextReviewDate">
      <xsd:simpleType>
        <xsd:restriction base="dms:DateTime"/>
      </xsd:simpleType>
    </xsd:element>
    <xsd:element name="k5f85a19a9254bc483709d4dbf407442" ma:index="14" nillable="true" ma:taxonomy="true" ma:internalName="k5f85a19a9254bc483709d4dbf407442" ma:taxonomyFieldName="hscicOrgCorporateFunction" ma:displayName="Corporate Function" ma:default="" ma:fieldId="{45f85a19-a925-4bc4-8370-9d4dbf407442}" ma:taxonomyMulti="true" ma:sspId="bb72b7f4-c981-47a4-a26e-043e4b78ebf3" ma:termSetId="e481236d-d792-4c01-bb67-9165b7203bd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6b72b2d604d459ccf7f7fae4ace43" ma:index="16" nillable="true" ma:taxonomy="true" ma:internalName="kf16b72b2d604d459ccf7f7fae4ace43" ma:taxonomyFieldName="hscicOrgOfficeLocation" ma:displayName="Office Location" ma:default="" ma:fieldId="{4f16b72b-2d60-4d45-9ccf-7f7fae4ace43}" ma:taxonomyMulti="true" ma:sspId="bb72b7f4-c981-47a4-a26e-043e4b78ebf3" ma:termSetId="5a06e8f3-eefd-4db0-81dc-7eb52882c7d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628e119d7e4440dadc57ef80e73f9ed" ma:index="18" nillable="true" ma:taxonomy="true" ma:internalName="j628e119d7e4440dadc57ef80e73f9ed" ma:taxonomyFieldName="hscicOrgPortfolioDomain" ma:displayName="Portfolio Domain" ma:default="" ma:fieldId="{3628e119-d7e4-440d-adc5-7ef80e73f9ed}" ma:taxonomyMulti="true" ma:sspId="bb72b7f4-c981-47a4-a26e-043e4b78ebf3" ma:termSetId="a0f7ef30-1e9f-4c0e-8184-db5dd75173c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4ac7e37b3be48aa8418f065aeb540e0" ma:index="20" nillable="true" ma:taxonomy="true" ma:internalName="p4ac7e37b3be48aa8418f065aeb540e0" ma:taxonomyFieldName="hscicOrgProfessionalGroup" ma:displayName="Professional Group" ma:default="" ma:fieldId="{94ac7e37-b3be-48aa-8418-f065aeb540e0}" ma:taxonomyMulti="true" ma:sspId="bb72b7f4-c981-47a4-a26e-043e4b78ebf3" ma:termSetId="7ba65347-b85e-4395-970d-ce5ca96cf57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2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2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25" nillable="true" ma:displayName="Last Shared By Time" ma:description="" ma:internalName="LastSharedByTime" ma:readOnly="true">
      <xsd:simpleType>
        <xsd:restriction base="dms:DateTime"/>
      </xsd:simpleType>
    </xsd:element>
    <xsd:element name="_dlc_DocId" ma:index="29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3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3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68c8bc-6c30-45e9-80ca-5109d4270df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9c8c5045-8277-483a-b8b4-cb4af49e8caa}" ma:internalName="TaxCatchAll" ma:showField="CatchAllData" ma:web="2e9807c8-684d-4ce2-9798-0aa295deda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9c8c5045-8277-483a-b8b4-cb4af49e8caa}" ma:internalName="TaxCatchAllLabel" ma:readOnly="true" ma:showField="CatchAllDataLabel" ma:web="2e9807c8-684d-4ce2-9798-0aa295deda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326f6-5e34-4e05-b314-006661b9c4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6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7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28" nillable="true" ma:displayName="MediaServiceAutoTags" ma:description="" ma:internalName="MediaServiceAutoTags" ma:readOnly="true">
      <xsd:simpleType>
        <xsd:restriction base="dms:Text"/>
      </xsd:simpleType>
    </xsd:element>
    <xsd:element name="MediaServiceAutoKeyPoints" ma:index="3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3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38" nillable="true" ma:taxonomy="true" ma:internalName="lcf76f155ced4ddcb4097134ff3c332f" ma:taxonomyFieldName="MediaServiceImageTags" ma:displayName="Image Tags" ma:readOnly="false" ma:fieldId="{5cf76f15-5ced-4ddc-b409-7134ff3c332f}" ma:taxonomyMulti="true" ma:sspId="bb72b7f4-c981-47a4-a26e-043e4b78eb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39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A12B3C52-C4E5-4003-8240-632FDE102EAB}">
  <ds:schemaRefs>
    <ds:schemaRef ds:uri="http://schemas.microsoft.com/office/infopath/2007/PartnerControls"/>
    <ds:schemaRef ds:uri="3aa42f08-e708-46fa-8873-ef4bebe479f0"/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28964cdc-6461-4632-bf5a-ecc56702e60f"/>
    <ds:schemaRef ds:uri="http://schemas.microsoft.com/office/2006/metadata/properties"/>
    <ds:schemaRef ds:uri="2e9807c8-684d-4ce2-9798-0aa295dedadb"/>
    <ds:schemaRef ds:uri="5668c8bc-6c30-45e9-80ca-5109d4270dfd"/>
    <ds:schemaRef ds:uri="4e4326f6-5e34-4e05-b314-006661b9c42d"/>
  </ds:schemaRefs>
</ds:datastoreItem>
</file>

<file path=customXml/itemProps2.xml><?xml version="1.0" encoding="utf-8"?>
<ds:datastoreItem xmlns:ds="http://schemas.openxmlformats.org/officeDocument/2006/customXml" ds:itemID="{B7B6D4F5-ECA0-4A22-A4DD-3335756FD6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9D80B6-5927-4462-885B-FD85DD379F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9807c8-684d-4ce2-9798-0aa295dedadb"/>
    <ds:schemaRef ds:uri="5668c8bc-6c30-45e9-80ca-5109d4270dfd"/>
    <ds:schemaRef ds:uri="4e4326f6-5e34-4e05-b314-006661b9c4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297AB09D-1961-4090-8FB6-6E54D7E00154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NHS-PPT-Template-JAN2023</Template>
  <TotalTime>499</TotalTime>
  <Words>296</Words>
  <Application>Microsoft Office PowerPoint</Application>
  <PresentationFormat>Widescreen</PresentationFormat>
  <Paragraphs>47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NHSD-Refresh-Theme-NOV1120B</vt:lpstr>
      <vt:lpstr>Being a Data Scientist in Healthcare</vt:lpstr>
      <vt:lpstr>What does NHS England do?</vt:lpstr>
      <vt:lpstr>PowerPoint Presentation</vt:lpstr>
      <vt:lpstr>PowerPoint Presentation</vt:lpstr>
      <vt:lpstr>Using Python</vt:lpstr>
      <vt:lpstr>PowerPoint Presentation</vt:lpstr>
      <vt:lpstr>Qualifications &amp; Career Pathways</vt:lpstr>
      <vt:lpstr>Skills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Kenneth Quan</dc:creator>
  <cp:lastModifiedBy>QUAN, Kenneth (NHS ENGLAND)</cp:lastModifiedBy>
  <cp:revision>2</cp:revision>
  <dcterms:created xsi:type="dcterms:W3CDTF">2023-06-03T11:22:25Z</dcterms:created>
  <dcterms:modified xsi:type="dcterms:W3CDTF">2026-06-18T14:46:11Z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0x010100F56AC1E539A90047BC30B3C9F7C85DBF009974B1B821AB36488BB2955A9F4B5285</vt:lpwstr>
  </property>
  <property fmtid="{D5CDD505-2E9C-101B-9397-08002B2CF9AE}" pid="3" name="_dlc_DocIdItemGuid">
    <vt:lpwstr>eea2397f-d66f-4e31-a170-13c4b31e0b09</vt:lpwstr>
  </property>
  <property fmtid="{D5CDD505-2E9C-101B-9397-08002B2CF9AE}" pid="4" name="hscicOrgPortfolioDomain">
    <vt:lpwstr/>
  </property>
  <property fmtid="{D5CDD505-2E9C-101B-9397-08002B2CF9AE}" pid="5" name="hscicDocumentType">
    <vt:lpwstr>133;#Presentation|ee650e81-096d-4403-84a9-0f09614326ef</vt:lpwstr>
  </property>
  <property fmtid="{D5CDD505-2E9C-101B-9397-08002B2CF9AE}" pid="6" name="hscicOrgProfessionalGroup">
    <vt:lpwstr/>
  </property>
  <property fmtid="{D5CDD505-2E9C-101B-9397-08002B2CF9AE}" pid="7" name="hscicOrgOfficeLocation">
    <vt:lpwstr/>
  </property>
  <property fmtid="{D5CDD505-2E9C-101B-9397-08002B2CF9AE}" pid="8" name="hscicOrgCorporateFunction">
    <vt:lpwstr/>
  </property>
  <property fmtid="{D5CDD505-2E9C-101B-9397-08002B2CF9AE}" pid="9" name="MediaServiceImageTags">
    <vt:lpwstr/>
  </property>
</Properties>
</file>